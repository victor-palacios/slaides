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6BEE1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3256C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3256C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3256C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032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6BEE1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6BEE1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6BEE1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6BEE1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6BEE1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6BEE1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6BEE1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6BEE1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6BEE1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6BEE1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032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3256C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3256C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3256C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6BEE1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6BEE1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6BEE1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6BEE1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6BEE1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6BEE1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3256C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3256C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3256C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6BEE1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3256C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6BEE1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6BEE1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6BEE1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032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032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032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032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3256C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3256C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3256C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03632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AGENT.md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One file that teaches Claude Code your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3256C"/>
                </a:solidFill>
                <a:latin typeface="Arial"/>
              </a:rPr>
              <a:t>What does Claude read first?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AGENT.md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A Markdown brief the agent reads before it codes.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6BEE1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3256C"/>
                </a:solidFill>
                <a:latin typeface="Arial"/>
              </a:rPr>
              <a:t>File per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4964"/>
            <a:ext cx="112776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Written once, read by every session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6BEE1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Anatomy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Where It Lives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0325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4084955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06BEE1"/>
                </a:solidFill>
                <a:latin typeface="Courier New"/>
              </a:rPr>
              <a:t>your-repo/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0733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06BEE1"/>
                </a:solidFill>
                <a:latin typeface="Courier New"/>
              </a:rPr>
              <a:t>├─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599" y="2307336"/>
            <a:ext cx="3304540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ourier New"/>
              </a:rPr>
              <a:t>AGENT.md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9501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06BEE1"/>
                </a:solidFill>
                <a:latin typeface="Courier New"/>
              </a:rPr>
              <a:t>├─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599" y="2795016"/>
            <a:ext cx="3694747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ourier New"/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8269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06BEE1"/>
                </a:solidFill>
                <a:latin typeface="Courier New"/>
              </a:rPr>
              <a:t>├─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599" y="3282696"/>
            <a:ext cx="1743710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06BEE1"/>
                </a:solidFill>
                <a:latin typeface="Courier New"/>
              </a:rPr>
              <a:t>src/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70376"/>
            <a:ext cx="2524124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06BEE1"/>
                </a:solidFill>
                <a:latin typeface="Courier New"/>
              </a:rPr>
              <a:t>│  └─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238" y="3770376"/>
            <a:ext cx="1743710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06BEE1"/>
                </a:solidFill>
                <a:latin typeface="Courier New"/>
              </a:rPr>
              <a:t>api/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805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06BEE1"/>
                </a:solidFill>
                <a:latin typeface="Courier New"/>
              </a:rPr>
              <a:t>├─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599" y="4258056"/>
            <a:ext cx="2524124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06BEE1"/>
                </a:solidFill>
                <a:latin typeface="Courier New"/>
              </a:rPr>
              <a:t>tests/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45736"/>
            <a:ext cx="1353502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0" i="0">
                <a:solidFill>
                  <a:srgbClr val="06BEE1"/>
                </a:solidFill>
                <a:latin typeface="Courier New"/>
              </a:rPr>
              <a:t>└─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599" y="4745736"/>
            <a:ext cx="2133916" cy="4876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200" b="1" i="0">
                <a:solidFill>
                  <a:srgbClr val="06BEE1"/>
                </a:solidFill>
                <a:latin typeface="Courier New"/>
              </a:rPr>
              <a:t>docs/</a:t>
            </a:r>
          </a:p>
        </p:txBody>
      </p:sp>
      <p:sp>
        <p:nvSpPr>
          <p:cNvPr id="17" name="TextBox 1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A Working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294876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##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6103"/>
            <a:ext cx="89767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npm install &amp;&amp; npm run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92421"/>
            <a:ext cx="274331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##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10580"/>
            <a:ext cx="51350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npm test -- --run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46898"/>
            <a:ext cx="290962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##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65057"/>
            <a:ext cx="724921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 Never edit generated/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What Belongs In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Setup commands that actually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How to run and scope the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Directories that are off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House style the linter misses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Writing Your First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Run /init in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Fix what it guessed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It ships with the code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Why It Pays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Same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No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Shared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Whole team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Rules Worth Writing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Never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Bulk-add files to a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Always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Run the suite before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Regenerate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Derived files after edits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Vague Versus Usable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Vague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271997" cy="54864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3256C"/>
                </a:solidFill>
                <a:latin typeface="Arial"/>
              </a:rPr>
              <a:t>Usable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1416000" cy="54864"/>
          </a:xfrm>
          <a:prstGeom prst="rect">
            <a:avLst/>
          </a:prstGeom>
          <a:solidFill>
            <a:srgbClr val="0325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Write clean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663356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Follow best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578987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Test your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Match the file you are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Ask before adding a dep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pytest -q must be green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Cost of Skipping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3256C"/>
                </a:solidFill>
                <a:latin typeface="Arial"/>
              </a:rPr>
              <a:t>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Session relearns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3256C"/>
                </a:solidFill>
                <a:latin typeface="Arial"/>
              </a:rPr>
              <a:t>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8143" y="3965448"/>
            <a:ext cx="53803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3256C"/>
                </a:solidFill>
                <a:latin typeface="Arial"/>
              </a:rPr>
              <a:t>You write it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3256C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65723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6BEE1"/>
                </a:solidFill>
                <a:latin typeface="Arial"/>
              </a:rPr>
              <a:t>AGENT.md and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AGENT.md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6BEE1"/>
                </a:solidFill>
                <a:latin typeface="Arial"/>
              </a:rPr>
              <a:t>CLAUDE.md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6635254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Vendor-neutral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What Claude Code 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6288801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Shared across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Can import with @path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609685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One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Or symlink to AGENT.md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06B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3256C"/>
                </a:solidFill>
                <a:latin typeface="Arial"/>
              </a:rPr>
              <a:t>"Explained it twice? Write it down."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627120"/>
            <a:ext cx="107381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3256C"/>
                </a:solidFill>
                <a:latin typeface="Arial"/>
              </a:rPr>
              <a:t>- The test for what goes in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3256C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