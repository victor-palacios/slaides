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83080"/>
            <a:ext cx="103632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000" b="1" i="0">
                <a:solidFill>
                  <a:srgbClr val="1A1A2E"/>
                </a:solidFill>
                <a:latin typeface="Arial"/>
              </a:rPr>
              <a:t>slidekit First 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6320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Phase 5 demo: lint-clean, zero screenshots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How slidekit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09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Author IR YAML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83536"/>
            <a:ext cx="5501640" cy="112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Layout engine solves EMU rects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85616"/>
            <a:ext cx="5501640" cy="609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Linter validates before emit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1499616"/>
            <a:ext cx="5501640" cy="609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python-pptx places shapes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160" y="2383536"/>
            <a:ext cx="5501640" cy="609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Round-trip test verifies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3267456"/>
            <a:ext cx="5501640" cy="112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Zero screenshot calls needed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8A8A9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Calibration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49068"/>
            <a:ext cx="357632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000" b="1" i="0">
                <a:solidFill>
                  <a:srgbClr val="1A1A2E"/>
                </a:solidFill>
                <a:latin typeface="Arial"/>
              </a:rPr>
              <a:t>0.076%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37788"/>
            <a:ext cx="357632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Max Width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30267"/>
            <a:ext cx="357632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00" b="0" i="0">
                <a:solidFill>
                  <a:srgbClr val="8A8A9A"/>
                </a:solidFill>
                <a:latin typeface="Arial"/>
              </a:rPr>
              <a:t>vs LibreOffice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840" y="2449068"/>
            <a:ext cx="357632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000" b="1" i="0">
                <a:solidFill>
                  <a:srgbClr val="1A1A2E"/>
                </a:solidFill>
                <a:latin typeface="Arial"/>
              </a:rPr>
              <a:t>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840" y="3637788"/>
            <a:ext cx="357632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Error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7840" y="4430267"/>
            <a:ext cx="357632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00" b="0" i="0">
                <a:solidFill>
                  <a:srgbClr val="8A8A9A"/>
                </a:solidFill>
                <a:latin typeface="Arial"/>
              </a:rPr>
              <a:t>hard gate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8480" y="2449068"/>
            <a:ext cx="357632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6000" b="1" i="0">
                <a:solidFill>
                  <a:srgbClr val="1A1A2E"/>
                </a:solidFill>
                <a:latin typeface="Arial"/>
              </a:rPr>
              <a:t>122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8480" y="3637788"/>
            <a:ext cx="357632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Tests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8480" y="4430267"/>
            <a:ext cx="357632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500" b="0" i="0">
                <a:solidFill>
                  <a:srgbClr val="8A8A9A"/>
                </a:solidFill>
                <a:latin typeface="Arial"/>
              </a:rPr>
              <a:t>phases 1 through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8A8A9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44040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E84545"/>
                </a:solidFill>
                <a:latin typeface="Arial"/>
              </a:rPr>
              <a:t>[check]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499616"/>
            <a:ext cx="1054608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Deterministic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92095"/>
            <a:ext cx="10546080" cy="44500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Same input always produces same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55848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E84545"/>
                </a:solidFill>
                <a:latin typeface="Arial"/>
              </a:rPr>
              <a:t>[lock]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1424"/>
            <a:ext cx="1054608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No screenshots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03903"/>
            <a:ext cx="10546080" cy="44500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Lint errors cite path and exact fix.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67656"/>
            <a:ext cx="54864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600" b="1">
                <a:solidFill>
                  <a:srgbClr val="E84545"/>
                </a:solidFill>
                <a:latin typeface="Arial"/>
              </a:rPr>
              <a:t>[bolt]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23232"/>
            <a:ext cx="10546080" cy="51815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Agent-ready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315711"/>
            <a:ext cx="10546080" cy="44500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Build and fix loop needs no images.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8A8A9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  <a:latin typeface="Arial"/>
              </a:rPr>
              <a:t>Before and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Ad-hoc pptx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1" i="0">
                <a:solidFill>
                  <a:srgbClr val="1A1A2E"/>
                </a:solidFill>
                <a:latin typeface="Arial"/>
              </a:rPr>
              <a:t>slidekit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550164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Manual EMU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2395727"/>
            <a:ext cx="550164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Declarative IR 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36975"/>
            <a:ext cx="550164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Visual QA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3236975"/>
            <a:ext cx="550164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Round-trip 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78223"/>
            <a:ext cx="550164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No lint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4078223"/>
            <a:ext cx="550164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Lint errors with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19471"/>
            <a:ext cx="550164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Agent loops on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919471"/>
            <a:ext cx="550164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400" b="0" i="0">
                <a:solidFill>
                  <a:srgbClr val="1A1A2E"/>
                </a:solidFill>
                <a:latin typeface="Arial"/>
              </a:rPr>
              <a:t>Agent loops on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3200" y="6035040"/>
            <a:ext cx="1371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 i="0">
                <a:solidFill>
                  <a:srgbClr val="8A8A9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