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783080"/>
            <a:ext cx="103632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1A1A2E"/>
                </a:solidFill>
                <a:latin typeface="Arial"/>
              </a:rPr>
              <a:t>slidekit First Light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71800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Phase 5 demo: lint-clean, zero screenshots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How slidekit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Author IR YAML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383536"/>
            <a:ext cx="550164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Layout engine solves EMU rects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85616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Linter validates before emit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1499616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python-pptx places shapes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160" y="2383536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Round-trip test verifies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267456"/>
            <a:ext cx="550164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Zero screenshot calls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Calibration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4906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1A1A2E"/>
                </a:solidFill>
                <a:latin typeface="Arial"/>
              </a:rPr>
              <a:t>0.076%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3778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Max Width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30267"/>
            <a:ext cx="357632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vs LibreOffice render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244906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1A1A2E"/>
                </a:solidFill>
                <a:latin typeface="Arial"/>
              </a:rPr>
              <a:t>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07840" y="363778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Error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840" y="4430267"/>
            <a:ext cx="357632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hard gate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244906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1A1A2E"/>
                </a:solidFill>
                <a:latin typeface="Arial"/>
              </a:rPr>
              <a:t>122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8480" y="363778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Tests 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8480" y="4430267"/>
            <a:ext cx="357632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phases 1 through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Design Principles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844040"/>
            <a:ext cx="548640" cy="548640"/>
          </a:xfrm>
          <a:prstGeom prst="ellipse">
            <a:avLst/>
          </a:prstGeom>
          <a:solidFill>
            <a:srgbClr val="E8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499616"/>
            <a:ext cx="105460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Deterministic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92095"/>
            <a:ext cx="10546080" cy="44500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Same input always produces same output.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3355848"/>
            <a:ext cx="548640" cy="548640"/>
          </a:xfrm>
          <a:prstGeom prst="ellipse">
            <a:avLst/>
          </a:prstGeom>
          <a:solidFill>
            <a:srgbClr val="E8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011424"/>
            <a:ext cx="105460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No screenshots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803903"/>
            <a:ext cx="10546080" cy="44500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Lint errors cite path and exact fix.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867656"/>
            <a:ext cx="548640" cy="548640"/>
          </a:xfrm>
          <a:prstGeom prst="ellipse">
            <a:avLst/>
          </a:prstGeom>
          <a:solidFill>
            <a:srgbClr val="E8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523232"/>
            <a:ext cx="105460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Agent-ready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15711"/>
            <a:ext cx="10546080" cy="44500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Build and fix loop needs no images.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Before and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Ad-hoc pptx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slidekit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EMU math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501640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Declarative IR 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36975"/>
            <a:ext cx="5501640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Visual QA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236975"/>
            <a:ext cx="5501640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Round-trip verified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78223"/>
            <a:ext cx="5501640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No lint feedback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078223"/>
            <a:ext cx="5501640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Lint errors with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19471"/>
            <a:ext cx="5501640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Agent loops on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919471"/>
            <a:ext cx="5501640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Agent loops on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