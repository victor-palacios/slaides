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262625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57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57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57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57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57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57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57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57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1919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1919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57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57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57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57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57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D97757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191919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91919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C6A64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57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191919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1919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1919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6C6A64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6C6A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191919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191919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6C6A64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57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57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57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57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57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57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57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6C6A64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57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6C6A64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57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6C6A64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57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6C6A64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D97757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0EEE6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D97757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0EEE6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D97757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0EEE6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EEE6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EEE6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EEE6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EEE6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EEE6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EEE6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EEE6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6C6A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26262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0EEE6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0EEE6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EEE6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0EEE6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0EEE6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0EEE6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EEE6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EEE6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EEE6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EEE6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57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6C6A64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6C6A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57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6C6A64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6C6A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91919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91919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91919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0EEE6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0EEE6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3632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262625"/>
                </a:solidFill>
                <a:latin typeface="Arial"/>
              </a:rPr>
              <a:t>The Must-Haves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047422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Nine stories slidekit had to deliver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1919"/>
                </a:solidFill>
                <a:latin typeface="Arial"/>
              </a:rPr>
              <a:t>The 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57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Provable layout from font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22626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57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22626"/>
            <a:ext cx="10820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Declarative authoring, no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26764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57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26764"/>
            <a:ext cx="10820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One command to PowerPoint and 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0902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57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930902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A linter that blocks broken slides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57"/>
                </a:solidFill>
                <a:latin typeface="Arial"/>
              </a:rPr>
              <a:t>Must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07381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Ship it or the product has no point.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8343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D97757"/>
                </a:solidFill>
                <a:latin typeface="Arial"/>
              </a:rPr>
              <a:t>9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3299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912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191919"/>
                </a:solidFill>
                <a:latin typeface="Arial"/>
              </a:rPr>
              <a:t>Must-have stories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644" y="4664964"/>
            <a:ext cx="1166471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6C6A64"/>
                </a:solidFill>
                <a:latin typeface="Arial"/>
              </a:rPr>
              <a:t>All nine delivered across three sprints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US-14 · Metric-Safe Fonts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57"/>
                </a:solidFill>
                <a:latin typeface="Arial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65448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Safe fonts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7840" y="2776728"/>
            <a:ext cx="43179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57"/>
                </a:solidFill>
                <a:latin typeface="Arial"/>
              </a:rPr>
              <a:t>0.076%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3965448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Max drift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848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57"/>
                </a:solidFill>
                <a:latin typeface="Arial"/>
              </a:rPr>
              <a:t>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8480" y="3965448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Hard gate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1919"/>
                </a:solidFill>
                <a:latin typeface="Arial"/>
              </a:rPr>
              <a:t>US-02 · Declarative 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A slide is a component plus 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No author ever positions a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The engine resolves every 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Font metrics decide, not guesses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US-01 · Start From Valid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4714081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One command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On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154935"/>
            <a:ext cx="3870046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Real palette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8480" y="1499616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8480" y="2154935"/>
            <a:ext cx="4023539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Builds green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1919"/>
                </a:solidFill>
                <a:latin typeface="Arial"/>
              </a:rPr>
              <a:t>US-03 · One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Resolve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Geometry from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Lint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Block any defect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Emit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Write the .pptx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US-12 · Nothing Broken Ships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Overflow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Text outgrew its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Overlap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Two nodes collide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1919"/>
                </a:solidFill>
                <a:latin typeface="Arial"/>
              </a:rPr>
              <a:t>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Content off the edge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US-04 · Repair From 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Exit non-zero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Codes,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3907492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Fix the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715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Rebuild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870497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Exit zero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US-06 · Theme Once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Per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2626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6C6A64"/>
                </a:solidFill>
                <a:latin typeface="Arial"/>
              </a:rPr>
              <a:t>Theme block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6C6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Colours repeat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Sizes drift apart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94122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Restyling means edits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049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Slides name a 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One type scale holds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Rebuild restyles all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US-09 · Two Outputs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PowerPoint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Editable in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Fixed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943024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Live slide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Prints as shown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Named layouts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Page per slide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US-20 · Artifacts Stay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408581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91658" y="1499616"/>
            <a:ext cx="271852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62625"/>
                </a:solidFill>
                <a:latin typeface="Arial"/>
              </a:rPr>
              <a:t>Guard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7352980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613497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Resolved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1658" y="2401823"/>
            <a:ext cx="383125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Golden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50989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Generated docs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1658" y="3310127"/>
            <a:ext cx="302432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Sync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490569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Combined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1658" y="4218431"/>
            <a:ext cx="394729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Layout hash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450897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Web previews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1658" y="5126735"/>
            <a:ext cx="302432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91919"/>
                </a:solidFill>
                <a:latin typeface="Arial"/>
              </a:rPr>
              <a:t>Sync test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262625"/>
                </a:solidFill>
                <a:latin typeface="Arial"/>
              </a:rPr>
              <a:t>What The Nine Bought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57"/>
                </a:solidFill>
                <a:latin typeface="Arial"/>
              </a:rPr>
              <a:t>485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8192" y="2593848"/>
            <a:ext cx="375433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Tests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57"/>
                </a:solidFill>
                <a:latin typeface="Arial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0784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Layouts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57"/>
                </a:solidFill>
                <a:latin typeface="Arial"/>
              </a:rPr>
              <a:t>0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5040" y="2593848"/>
            <a:ext cx="40232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Screenshots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57"/>
                </a:solidFill>
                <a:latin typeface="Arial"/>
              </a:rPr>
              <a:t>1s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61560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91919"/>
                </a:solidFill>
                <a:latin typeface="Arial"/>
              </a:rPr>
              <a:t>Per deck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621280"/>
            <a:ext cx="128016" cy="1615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62128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1919"/>
                </a:solidFill>
                <a:latin typeface="Arial"/>
              </a:rPr>
              <a:t>"Prove it, don't look at it."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627120"/>
            <a:ext cx="107381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C6A64"/>
                </a:solidFill>
                <a:latin typeface="Arial"/>
              </a:rPr>
              <a:t>- The rule behind all nine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6C6A64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