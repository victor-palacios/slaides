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6544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6544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76728"/>
            <a:ext cx="40335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57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57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57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57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Built with customers.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38353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60% faster; 50% fewer tickets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2539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D97757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7190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0108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91919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91919"/>
                </a:solidFill>
                <a:latin typeface="Arial"/>
              </a:rPr>
              <a:t>"We buy outcomes, not tools."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62712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Revenue kept from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191919"/>
                </a:solidFill>
                <a:latin typeface="Arial"/>
              </a:rPr>
              <a:t>What if we trusted users?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2524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main():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457200" y="2874262"/>
            <a:ext cx="7046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print("Hello, world!")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457200" y="3910580"/>
            <a:ext cx="21404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main()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python hello.py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57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57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57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EEE6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57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EEE6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57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EEE6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57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EEE6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57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EEE6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36771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233160" y="2176271"/>
            <a:ext cx="1007604" cy="54864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91919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91919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191919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57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57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57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57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57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751832"/>
            <a:ext cx="10728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943896" y="4861560"/>
            <a:ext cx="43042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57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57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91919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57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91919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57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91919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57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91919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3325368"/>
            <a:ext cx="41544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Activations 4x.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D97757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407408"/>
            <a:ext cx="1445581" cy="518159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40740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0EEE6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D97757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52348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407408"/>
            <a:ext cx="1840906" cy="518159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40740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0EEE6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D97757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7701280" y="352348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407408"/>
            <a:ext cx="1037817" cy="518159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40740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0EEE6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0EEE6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0EEE6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0EEE6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0EEE6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0EEE6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0EEE6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EEE6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786352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Strong brand,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Thin margins,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801532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New markets via partners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New entrants cut prices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91919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91919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91919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0EEE6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0EEE6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75560"/>
            <a:ext cx="103632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The Must-Haves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64280"/>
            <a:ext cx="1047422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Nine stories slidekit had to deliver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The 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Provable layout from font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22626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22626"/>
            <a:ext cx="10820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Declarative authoring, no 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26764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26764"/>
            <a:ext cx="10820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One command to PowerPoint and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0902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0902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A linter that blocks broken slides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Must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07381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Ship it or the product has no point.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D97757"/>
                </a:solidFill>
                <a:latin typeface="Arial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91919"/>
                </a:solidFill>
                <a:latin typeface="Arial"/>
              </a:rPr>
              <a:t>Must-have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644" y="4664964"/>
            <a:ext cx="1166471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All nine delivered across three sprints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US-14 · Metric-Safe Fonts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65448"/>
            <a:ext cx="35763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Safe fonts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840" y="2776728"/>
            <a:ext cx="43179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0.076%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3965448"/>
            <a:ext cx="35763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Max drift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848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57"/>
                </a:solidFill>
                <a:latin typeface="Arial"/>
              </a:rPr>
              <a:t>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8480" y="3965448"/>
            <a:ext cx="35763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Hard gate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US-02 · Declarative Authoring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A slide is a component plus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No author ever positions a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The engine resolves every 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Font metrics decide, not guesses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US-01 · Start From Valid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One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On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Real palette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Builds green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US-03 · One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Resolve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Geometry from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Lint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Block any defect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Emit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Write the .pptx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US-12 · Nothing Broken 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Overflow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Text outgrew its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Overlap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Two nodes collide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Content off the edge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US-04 · Repair From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Exit non-zero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518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Codes,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16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60" y="3041903"/>
            <a:ext cx="3907492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Fix the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1140" y="2414016"/>
            <a:ext cx="2715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Rebuild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1140" y="3041903"/>
            <a:ext cx="2870497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Exit zero</a:t>
            </a:r>
          </a:p>
        </p:txBody>
      </p:sp>
      <p:sp>
        <p:nvSpPr>
          <p:cNvPr id="19" name="TextBox 1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US-06 · Theme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Per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1800151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91919"/>
                </a:solidFill>
                <a:latin typeface="Arial"/>
              </a:rPr>
              <a:t>Theme 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2639504" cy="54864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Colours repeat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Sizes drift apart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69412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Restyling means 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9049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Slides name a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One type scale holds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Rebuild restyles all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US-09 · Two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PowerPoint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Editable in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Fixed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17391"/>
            <a:ext cx="5943024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Live slide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Prints as shown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9055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Named layouts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639055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Page per slide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US-20 · Artifacts Stay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408581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91658" y="1499616"/>
            <a:ext cx="271852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57"/>
                </a:solidFill>
                <a:latin typeface="Arial"/>
              </a:rPr>
              <a:t>Guard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735298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613497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Resolved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1658" y="2401823"/>
            <a:ext cx="383125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Golden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50989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Generated 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1658" y="3310127"/>
            <a:ext cx="302432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Sync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490569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Combined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1658" y="4218431"/>
            <a:ext cx="394729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Layout 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450897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Web previews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1658" y="5126735"/>
            <a:ext cx="302432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Sync test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57"/>
                </a:solidFill>
                <a:latin typeface="Arial"/>
              </a:rPr>
              <a:t>What The Nine Bought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57"/>
                </a:solidFill>
                <a:latin typeface="Arial"/>
              </a:rPr>
              <a:t>485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8192" y="2593848"/>
            <a:ext cx="375433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Tests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57"/>
                </a:solidFill>
                <a:latin typeface="Arial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0784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Layouts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57"/>
                </a:solidFill>
                <a:latin typeface="Arial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5040" y="2593848"/>
            <a:ext cx="40232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Screenshots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57"/>
                </a:solidFill>
                <a:latin typeface="Arial"/>
              </a:rPr>
              <a:t>1s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61560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91919"/>
                </a:solidFill>
                <a:latin typeface="Arial"/>
              </a:rPr>
              <a:t>Per deck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62128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91919"/>
                </a:solidFill>
                <a:latin typeface="Arial"/>
              </a:rPr>
              <a:t>"Prove it, don't look at it."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627120"/>
            <a:ext cx="107381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91919"/>
                </a:solidFill>
                <a:latin typeface="Arial"/>
              </a:rPr>
              <a:t>- The rule behind all nine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91919"/>
                </a:solidFill>
                <a:latin typeface="Arial"/>
              </a:rPr>
              <a:t>15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