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87040"/>
            <a:ext cx="10363200" cy="88391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5800" b="1" i="0">
                <a:solidFill>
                  <a:srgbClr val="16504B"/>
                </a:solidFill>
                <a:latin typeface="Calibri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91969"/>
            <a:ext cx="382387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50208"/>
            <a:ext cx="5548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91969"/>
            <a:ext cx="357632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50208"/>
            <a:ext cx="53179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91969"/>
            <a:ext cx="403352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5020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635144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65283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44284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7436444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706209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780786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39695"/>
            <a:ext cx="45794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32174"/>
            <a:ext cx="2613660" cy="282854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39695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32174"/>
            <a:ext cx="2613660" cy="282854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39695"/>
            <a:ext cx="300678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32174"/>
            <a:ext cx="2613660" cy="282854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39695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32174"/>
            <a:ext cx="2613660" cy="282854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330769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340856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813560"/>
            <a:ext cx="128016" cy="19812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813560"/>
            <a:ext cx="10738104" cy="9753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11953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11443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11443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11443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11443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114431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52066"/>
            <a:ext cx="11277600" cy="16383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150" b="1" i="0">
                <a:solidFill>
                  <a:srgbClr val="E2A03F"/>
                </a:solidFill>
                <a:latin typeface="Calibri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45230"/>
            <a:ext cx="109728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5686" y="4074414"/>
            <a:ext cx="12180628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1C1C28"/>
                </a:solidFill>
                <a:latin typeface="Calibri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8A8A9A"/>
                </a:solidFill>
                <a:latin typeface="Calibri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81200"/>
            <a:ext cx="128016" cy="28956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81200"/>
            <a:ext cx="11195304" cy="9753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3088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57400"/>
            <a:ext cx="128016" cy="27432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57400"/>
            <a:ext cx="10738104" cy="27432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5800" b="1" i="0">
                <a:solidFill>
                  <a:srgbClr val="1C1C28"/>
                </a:solidFill>
                <a:latin typeface="Calibri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Calibri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894774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Calibri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28970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Calibri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148966" y="2356103"/>
            <a:ext cx="32013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286222" y="2356103"/>
            <a:ext cx="190906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alibri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365090" y="2356103"/>
            <a:ext cx="95472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73190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1006227" y="2874262"/>
            <a:ext cx="18061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alibri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2020788" y="2874262"/>
            <a:ext cx="452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2189249" y="2874262"/>
            <a:ext cx="518804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Calibri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5317480" y="2874262"/>
            <a:ext cx="452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90906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alibri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536067" y="3910580"/>
            <a:ext cx="7219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62243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Calibri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731924" y="4946898"/>
            <a:ext cx="57632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45524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alibri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695152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370528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610960" y="1499616"/>
            <a:ext cx="1012384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610960" y="2185416"/>
            <a:ext cx="10123840" cy="551688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370528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610960" y="3011424"/>
            <a:ext cx="1012384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610960" y="3697224"/>
            <a:ext cx="10581040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370528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610960" y="4523232"/>
            <a:ext cx="1012384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610960" y="5209032"/>
            <a:ext cx="10123840" cy="551688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7817307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8588473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669530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91969"/>
            <a:ext cx="479298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800" b="1" i="0">
                <a:solidFill>
                  <a:srgbClr val="1C1C28"/>
                </a:solidFill>
                <a:latin typeface="Calibri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5020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91969"/>
            <a:ext cx="479298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800" b="1" i="0">
                <a:solidFill>
                  <a:srgbClr val="1C1C28"/>
                </a:solidFill>
                <a:latin typeface="Calibri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941820" y="3950208"/>
            <a:ext cx="479298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366980" y="3310128"/>
            <a:ext cx="145804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Calibr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585131" y="2593848"/>
            <a:ext cx="502173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70128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49275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45720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149745" y="3797808"/>
            <a:ext cx="389251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70128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702924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43003"/>
            <a:ext cx="1040129" cy="77763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94961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314105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4184"/>
            <a:ext cx="1040129" cy="1166457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94961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601270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1349"/>
            <a:ext cx="1040129" cy="1879292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94961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39695"/>
            <a:ext cx="1040129" cy="298094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94961"/>
            <a:ext cx="148590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511808"/>
            <a:ext cx="128016" cy="423672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511808"/>
            <a:ext cx="3697224" cy="42367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58695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592798" y="1499616"/>
            <a:ext cx="2488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629512" y="1499616"/>
            <a:ext cx="225994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8432257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58695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592798" y="2401823"/>
            <a:ext cx="26994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629512" y="2401823"/>
            <a:ext cx="225994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58695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592798" y="3310127"/>
            <a:ext cx="313902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629512" y="3310127"/>
            <a:ext cx="321357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322943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592798" y="4218431"/>
            <a:ext cx="357858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629512" y="4218431"/>
            <a:ext cx="321357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73679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592798" y="5126735"/>
            <a:ext cx="350976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629512" y="5126735"/>
            <a:ext cx="282967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113596" y="1831849"/>
            <a:ext cx="4263528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990088"/>
            <a:ext cx="3576320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383099" y="4910328"/>
            <a:ext cx="1724522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037650" y="4910328"/>
            <a:ext cx="24154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1831849"/>
            <a:ext cx="357632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528964" y="2990088"/>
            <a:ext cx="5134072" cy="16459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997914" y="4910328"/>
            <a:ext cx="219617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10970" y="4910328"/>
            <a:ext cx="317005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1831849"/>
            <a:ext cx="357632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2990088"/>
            <a:ext cx="3576320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300700" y="4910328"/>
            <a:ext cx="1291879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085044" y="4910328"/>
            <a:ext cx="17231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31305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335660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98946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974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430454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96922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434975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6523931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18512" y="1645920"/>
            <a:ext cx="3154976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Calibri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273862" y="2316480"/>
            <a:ext cx="5644276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Calibri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113252" y="3950208"/>
            <a:ext cx="3965496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Calibri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140147" y="5583935"/>
            <a:ext cx="1911706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72283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889248" y="1499616"/>
            <a:ext cx="243230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9302496" y="1499616"/>
            <a:ext cx="243230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408561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119059" y="2401823"/>
            <a:ext cx="197268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699162" y="2401823"/>
            <a:ext cx="281247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339331" y="2401823"/>
            <a:ext cx="2945386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288504" y="2401823"/>
            <a:ext cx="246028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8454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632707" y="3612895"/>
            <a:ext cx="2945386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81880" y="3612895"/>
            <a:ext cx="246028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045955" y="3612895"/>
            <a:ext cx="2945386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307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119059" y="4823967"/>
            <a:ext cx="197268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699162" y="4823967"/>
            <a:ext cx="281247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81880" y="4823967"/>
            <a:ext cx="246028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045955" y="4823967"/>
            <a:ext cx="2945386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90801"/>
            <a:ext cx="1127760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16504B"/>
                </a:solidFill>
                <a:latin typeface="Calibri"/>
              </a:rPr>
              <a:t>Meridian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40"/>
            <a:ext cx="1065740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Turn raw events into decisions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Why Teams Switch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71929"/>
            <a:ext cx="357632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3.2x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30168"/>
            <a:ext cx="520053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Faster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22647"/>
            <a:ext cx="4830603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median query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2471929"/>
            <a:ext cx="357632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07840" y="3630168"/>
            <a:ext cx="40080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Lower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7840" y="4422647"/>
            <a:ext cx="357632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vs prior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8480" y="2471929"/>
            <a:ext cx="4033520" cy="88391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99.9%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8480" y="3630168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8480" y="4422647"/>
            <a:ext cx="4033520" cy="3657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trailing 12 months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Calibri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Ingest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80476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Stream events from any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Define metrics once, reuse everywhere.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32332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Dashboards update in real time.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Calibri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Old Way vs Meridian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26742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Meridian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10886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exports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Live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Stale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Always 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No lineage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Full lineage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Calibri"/>
              </a:rPr>
              <a:t>4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