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98320"/>
            <a:ext cx="1036320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C1C28"/>
                </a:solidFill>
                <a:latin typeface="Calibri"/>
              </a:rPr>
              <a:t>Meridian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56559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Turn raw events into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Why Teams 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C1C28"/>
                </a:solidFill>
                <a:latin typeface="Calibri"/>
              </a:rPr>
              <a:t>3.2x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Faster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median query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C1C28"/>
                </a:solidFill>
                <a:latin typeface="Calibri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784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Lower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vs prior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C1C28"/>
                </a:solidFill>
                <a:latin typeface="Calibri"/>
              </a:rP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848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848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trailing 12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How It Works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844040"/>
            <a:ext cx="548640" cy="548640"/>
          </a:xfrm>
          <a:prstGeom prst="ellipse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499616"/>
            <a:ext cx="105460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92095"/>
            <a:ext cx="10546080" cy="44500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Stream events from any source.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3355848"/>
            <a:ext cx="548640" cy="548640"/>
          </a:xfrm>
          <a:prstGeom prst="ellipse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011424"/>
            <a:ext cx="105460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803903"/>
            <a:ext cx="10546080" cy="44500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Define metrics once, reuse everywhere.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867656"/>
            <a:ext cx="548640" cy="548640"/>
          </a:xfrm>
          <a:prstGeom prst="ellipse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523232"/>
            <a:ext cx="105460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Decide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15711"/>
            <a:ext cx="10546080" cy="44500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Dashboards update in real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Old Way vs Meridian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Meridian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exports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Stale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Always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No lineage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Full lineage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