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87040"/>
            <a:ext cx="1036320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9196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5020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9196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5020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9196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5020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39695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39695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39695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39695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813560"/>
            <a:ext cx="128016" cy="1981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813560"/>
            <a:ext cx="10738104" cy="9753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52066"/>
            <a:ext cx="11277600" cy="16383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10150" b="1" i="0">
                <a:solidFill>
                  <a:srgbClr val="E2A03F"/>
                </a:solidFill>
                <a:latin typeface="Calibri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45230"/>
            <a:ext cx="109728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074414"/>
            <a:ext cx="11277600" cy="7315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0" i="0">
                <a:solidFill>
                  <a:srgbClr val="1C1C28"/>
                </a:solidFill>
                <a:latin typeface="Calibri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Calibri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81200"/>
            <a:ext cx="128016" cy="28956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81200"/>
            <a:ext cx="10738104" cy="9753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3088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57400"/>
            <a:ext cx="128016" cy="2743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57400"/>
            <a:ext cx="10738104" cy="27432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563623"/>
            <a:ext cx="666093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081782"/>
            <a:ext cx="96024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234567" y="2081782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493689" y="2081782"/>
            <a:ext cx="121936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530177" y="2081782"/>
            <a:ext cx="96024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599941"/>
            <a:ext cx="121936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1493689" y="2599941"/>
            <a:ext cx="1478491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2789300" y="2599941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3048422" y="2599941"/>
            <a:ext cx="4069713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6935254" y="2599941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636259"/>
            <a:ext cx="121936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493689" y="3636259"/>
            <a:ext cx="70112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672577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716322" y="4672577"/>
            <a:ext cx="4328835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190736"/>
            <a:ext cx="3551468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9251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610960" y="1499616"/>
            <a:ext cx="1012384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610960" y="2109215"/>
            <a:ext cx="1012384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9251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610960" y="3011424"/>
            <a:ext cx="1012384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610960" y="3621023"/>
            <a:ext cx="1012384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9251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610960" y="4523232"/>
            <a:ext cx="1012384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610960" y="5132831"/>
            <a:ext cx="1012384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91969"/>
            <a:ext cx="479298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50208"/>
            <a:ext cx="479298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91969"/>
            <a:ext cx="479298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941820" y="3950208"/>
            <a:ext cx="479298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524500" y="3310128"/>
            <a:ext cx="114300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797808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45720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702924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43003"/>
            <a:ext cx="1040129" cy="77763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94961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314105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4184"/>
            <a:ext cx="1040129" cy="1166457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94961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601270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1349"/>
            <a:ext cx="1040129" cy="1879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94961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39695"/>
            <a:ext cx="1040129" cy="298094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94961"/>
            <a:ext cx="148590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511808"/>
            <a:ext cx="128016" cy="42367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511808"/>
            <a:ext cx="3697224" cy="42367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83184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183184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183184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90801"/>
            <a:ext cx="1036320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40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357632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357632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3576320" cy="3657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fld id="{1F2E3D4C-5B6A-4978-8765-43210FEDCBA9}" type="slidenum">
              <a:rPr sz="1600" b="0" i="0">
                <a:solidFill>
                  <a:srgbClr val="8A8A9A"/>
                </a:solidFill>
                <a:latin typeface="Calibri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fld id="{1F2E3D4C-5B6A-4978-8765-43210FEDCBA9}" type="slidenum">
              <a:rPr sz="1600" b="0" i="0">
                <a:solidFill>
                  <a:srgbClr val="8A8A9A"/>
                </a:solidFill>
                <a:latin typeface="Calibri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fld id="{1F2E3D4C-5B6A-4978-8765-43210FEDCBA9}" type="slidenum">
              <a:rPr sz="1600" b="0" i="0">
                <a:solidFill>
                  <a:srgbClr val="8A8A9A"/>
                </a:solidFill>
                <a:latin typeface="Calibri"/>
              </a:rPr>
              <a:t>4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