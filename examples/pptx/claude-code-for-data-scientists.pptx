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31008"/>
            <a:ext cx="3612952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401116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3100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401116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31008"/>
            <a:ext cx="40335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401116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1945386"/>
            <a:ext cx="11277600" cy="18516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1550" b="1" i="0">
                <a:solidFill>
                  <a:srgbClr val="CC785C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851910"/>
            <a:ext cx="109728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8109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20240"/>
            <a:ext cx="111953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874520"/>
            <a:ext cx="128016" cy="31089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874520"/>
            <a:ext cx="10738104" cy="31089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290235" y="2029968"/>
            <a:ext cx="391025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1012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712208"/>
            <a:ext cx="1445581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71220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2996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31012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712208"/>
            <a:ext cx="1840906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71220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2996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31012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712208"/>
            <a:ext cx="1037817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71220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 AI agent that writes and runs your code.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512232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57054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89767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1018579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94753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62115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37911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77862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5622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2948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31002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321458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7170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832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9588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556427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32478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5594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6070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428970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47525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592851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9858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511012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02500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49448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138379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734800" cy="138379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10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13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9816" y="1499616"/>
            <a:ext cx="30111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64340" y="1499616"/>
            <a:ext cx="29086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3549" y="2401823"/>
            <a:ext cx="3216950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034" y="4218431"/>
            <a:ext cx="3254732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6984" y="4218431"/>
            <a:ext cx="19100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2488" y="4218431"/>
            <a:ext cx="3332320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14</a:t>
            </a:fld>
          </a:p>
        </p:txBody>
      </p:sp>
      <p:sp>
        <p:nvSpPr>
          <p:cNvPr id="17" name="TextBox 16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80814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15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18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19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20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471441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50976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33707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86505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53671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1024348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5138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1335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29858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linking AI tools to your data.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23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0316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24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86633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4803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70559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25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334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67850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57136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5605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578953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90929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51367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26</a:t>
            </a:fld>
          </a:p>
        </p:txBody>
      </p:sp>
      <p:sp>
        <p:nvSpPr>
          <p:cNvPr id="15" name="TextBox 14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project file Claude reads every session.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808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29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635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675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24484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89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2103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81681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523831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70815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31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instruction folders, loaded on demand.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32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203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67348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86678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33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 in Claude Desktop, for non-code work.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35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Shareable code, docs and apps built beside chat.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37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25068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70980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44296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4403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38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880360"/>
            <a:ext cx="128016" cy="109728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880360"/>
            <a:ext cx="111953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Build it from our phones.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