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2024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terminal-based AI agent that reads your project, writes and runs code, inspects the results, and iterates until the job is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1116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1820" y="401116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3310127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42302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567905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643470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599067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395079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42302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243802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493499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358246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42302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19111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47689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395678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3956784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3956784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476899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3956784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476899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3956784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138379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277600" cy="138379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5872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9248" y="4218431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4218431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42302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301509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325460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51895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21753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547517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42302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342306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647075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327990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903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193474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that connects AI tools to your data sources and other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0697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449210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4492107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492107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4492107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069768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4492107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file in your project root that Claude reads at the start of every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670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299105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78314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15988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337457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51895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13831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517367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334252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449455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folders of instructions, each a SKILL.md, that Claude loads on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Code's agent inside Claude Desktop — for non-coding work: research, analysis, and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Standalone content Claude builds beside the chat — code, docs, and apps you can edit and share by 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82671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28016" cy="41148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371600"/>
            <a:ext cx="10738104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Let's build our visualization library with Claude + GitHub, from our phones.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