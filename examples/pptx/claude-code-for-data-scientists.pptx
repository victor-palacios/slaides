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cli-referenc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overview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overvie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claude-code-on-the-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desktop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web-quickst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obil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remote-contro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news/model-context-protoco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skill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skills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product/claude-cowork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product/claude-cowor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port.claude.com/en/articles/9487310-what-are-artifacts-and-how-do-i-use-the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port.claude.com/en/articles/11817273-use-claude-s-chat-search-and-memory-to-build-on-previous-contex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63200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920240"/>
            <a:ext cx="128016" cy="30175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9202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29184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terminal-based AI agent that reads your project, writes and runs code, inspects the results, and iterates until the job is done.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Chat vs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31008"/>
            <a:ext cx="4792980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11168"/>
            <a:ext cx="695573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 ferry code 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31008"/>
            <a:ext cx="4792980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36730" y="4011168"/>
            <a:ext cx="605527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It works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5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It Can Do in Your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512232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files, schemas, and notebooks.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Execute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 scripts, queries, and 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Iterate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357054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 outputs and fix its own errors.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Terminal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897675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cd sales-analysis &amp;&amp;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74262"/>
            <a:ext cx="1018579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Profile sales.csv: nulls, dtypes,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92421"/>
            <a:ext cx="947535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outliers. Save it to profile.md.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28739"/>
            <a:ext cx="621155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Reading sales.csv (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119" y="4428739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5265" y="4428739"/>
            <a:ext cx="379110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.2M rows)...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46898"/>
            <a:ext cx="778627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Running profiling script...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65057"/>
            <a:ext cx="562221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Wrote profile.md: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6782" y="5465057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928" y="5465057"/>
            <a:ext cx="294808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Everyday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Profile new data in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5180" y="1499616"/>
            <a:ext cx="31002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Fix types, nulls, duplicates.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1499616"/>
            <a:ext cx="321458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Fast first baselines.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1140" y="1499616"/>
            <a:ext cx="30708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Reporting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Plots and write-ups.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How It Works on a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7170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the data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Proposes an approach.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8327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Execute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Writes and runs the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Checks results, then iterates.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A Typical Day, Reworked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9588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8556427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Boilerplate pandas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324784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Stack Overflow detours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notebooks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the outcome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Errors debugged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Committed with 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55942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Commands Worth Knowing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56070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82739" y="1499616"/>
            <a:ext cx="428970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982323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476899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2739" y="2401823"/>
            <a:ext cx="4752539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a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476899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39" y="3310127"/>
            <a:ext cx="592851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 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9858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/compact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739" y="4218431"/>
            <a:ext cx="5110123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Trim the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3025001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739" y="5126735"/>
            <a:ext cx="494482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Two Commands, Up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734800" cy="1383793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your project, writes a starter CLAUDE.md.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6732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76927"/>
            <a:ext cx="11734800" cy="1383793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One-shot: run a prompt, print the answer, exit.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Habits That Make It Shine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 a CLAUDE.md with data caveats.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Ask for a plan before a big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Have it verify outputs, not just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 small, reviewable steps.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11953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One Claude, Many Surfaces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Same Engine, Everywhere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engine: terminal, IDE, desktop, web.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Your CLAUDE.md and MCP servers come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on the laptop, finish on your phone.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Three Ways to Run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99816" y="1499616"/>
            <a:ext cx="301116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64340" y="1499616"/>
            <a:ext cx="29086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Desktop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157728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Runs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9248" y="2401823"/>
            <a:ext cx="2432304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3549" y="2401823"/>
            <a:ext cx="3216950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The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02496" y="2401823"/>
            <a:ext cx="2432304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18431"/>
            <a:ext cx="3157728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8034" y="4218431"/>
            <a:ext cx="3254732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07682" y="4218431"/>
            <a:ext cx="1408684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6984" y="4218431"/>
            <a:ext cx="19100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None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2488" y="4218431"/>
            <a:ext cx="3332321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 the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Cloud-run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Runs at claude.ai/code on Anthropic's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Isolated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80814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Each task gets its own sandbox VM.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Persistent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Keeps running after you close the tab.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 Desktop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standalone app, no terminal needed.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diffs, run sessions side by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Schedule repeats and start cloud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Drive It From Your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Connect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Sign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Open claude.ai/code and log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Link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Grant access to the repos you choose.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Pick a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clones it into a cloud sandbox.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Start a Task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Describe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Type the task in the Claude mobile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Let it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 continues in the background.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Approve the branch Claude pushes.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Remote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883409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Step away and work from your phone.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Continue a live session from any browser.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Move Between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471441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56103"/>
            <a:ext cx="509764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Runs this task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8926" y="2356103"/>
            <a:ext cx="7206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5004" y="2356103"/>
            <a:ext cx="337077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the cloud.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1"/>
            <a:ext cx="865054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Pick it up later, anywhere: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10580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347" y="3910580"/>
            <a:ext cx="536717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--teleport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46898"/>
            <a:ext cx="1024348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One session follows you across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65057"/>
            <a:ext cx="513812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laptop, phone,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4226" y="5465057"/>
            <a:ext cx="133558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4666" y="5465057"/>
            <a:ext cx="29858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browser.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MCP: Plug In Your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An open standard that connects AI tools to your data sources and other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MCP Unlocks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0316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 from Google Drive.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Jira, pull data from Slack.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own database and APIs.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Without MCP vs With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Without 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6866334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Paste data in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48030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Screenshot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7055921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your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queries the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the ticket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current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Servers You Can (normally) Connect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33412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75608" y="1499616"/>
            <a:ext cx="678503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Claude can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7110515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0697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5608" y="2401823"/>
            <a:ext cx="5713630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0697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5608" y="3310127"/>
            <a:ext cx="4560590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tickets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0697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5608" y="4218431"/>
            <a:ext cx="5789532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Pull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2909292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Postgres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5608" y="5126735"/>
            <a:ext cx="5136772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Customize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file in your project root that Claude reads at the start of every session.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Goes in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Coding standards and libraries.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Architecture and key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8081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checklists and data caveats.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Example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6357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sales-analysis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467596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Use pandas,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65376" y="1889759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65637" y="1889759"/>
            <a:ext cx="24484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polars.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528959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Raw data lives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8894" y="2407918"/>
            <a:ext cx="7206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4972" y="2407918"/>
            <a:ext cx="21033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data/.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77"/>
            <a:ext cx="816814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Never commit the CSVs.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44236"/>
            <a:ext cx="523831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Tests: pytest -q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62395"/>
            <a:ext cx="70815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Plots: matplotlib only.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Too long crowds the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rules Claude still obeys.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Vague advice it cannot act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Secrets do not belong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Reusable folders of instructions, each a SKILL.md, that Claude loads on demand.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vs Skills.md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CLAUDE.md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Skills.md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20332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673486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Project-wide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866785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file at the 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Loaded on 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packaged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Shared across projects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More From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Cowork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Code's agent inside Claude Desktop — for non-coding work: research, analysis, and documents.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Cowork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and edits files you choose.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Works across Slack and Google Drive.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Finishes multi-step tasks, with citations.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Standalone content Claude builds beside the chat — code, docs, and apps you can edit and share by link.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Memory &gt; Chat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Chat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6250681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Learns your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6709806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Persists across 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442968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Separate per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44036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Looks up old chats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Only when you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lookup at a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128016" cy="41148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371600"/>
            <a:ext cx="10738104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1A1A2E"/>
                </a:solidFill>
                <a:latin typeface="Arial"/>
              </a:rPr>
              <a:t>Let's build our visualization library with Claude + GitHub, from our phones.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