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9202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terminal-based AI agent that reads your project, writes and runs code, inspects the results, and iterates until the job is done.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11168"/>
            <a:ext cx="695573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36730" y="4011168"/>
            <a:ext cx="60552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512232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57054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897675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1018579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94753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621155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379110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778627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562221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294808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310022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321458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30708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7170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8327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9588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556427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32478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55942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6070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4289702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475253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592851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9858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5110123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025001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4944824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734800" cy="1383793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10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13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816" y="1499616"/>
            <a:ext cx="301116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64340" y="1499616"/>
            <a:ext cx="290861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3549" y="2401823"/>
            <a:ext cx="3216950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034" y="4218431"/>
            <a:ext cx="3254732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984" y="4218431"/>
            <a:ext cx="19100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2488" y="4218431"/>
            <a:ext cx="3332321" cy="15422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14</a:t>
            </a:fld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80814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15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18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19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471441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509764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7206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33707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65054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56711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53671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1024348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13812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133558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2985868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that connects AI tools to your data sources and other 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23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0316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24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866334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48030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05592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25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33412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6785035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571363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560590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578953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90929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5136772" cy="633984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26</a:t>
            </a:fld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file in your project root that Claude reads at the start of every session.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8081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29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63579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675961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114329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244848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8959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720606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2103377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8168144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5238313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708156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31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folders of instructions, each a SKILL.md, that Claude loads on demand.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32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20332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67348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866785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33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Code's agent inside Claude Desktop — for non-coding work: research, analysis, and documents.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179320"/>
            <a:ext cx="128016" cy="24993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179320"/>
            <a:ext cx="10738104" cy="109728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550920"/>
            <a:ext cx="10738104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Standalone content Claude builds beside the chat — code, docs, and apps you can edit and share by link.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37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250681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70980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442968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44036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38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371600"/>
            <a:ext cx="128016" cy="41148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371600"/>
            <a:ext cx="10738104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Let's build our visualization library with Claude + GitHub, from our phones.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