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session of Day 1. They have a precise problem and a map of the path. This hour turns that map into assignments, so that tomorrow morning four people can start building at once instead of negotiating.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deliverable immediately: a GitHub board where every Day 2 task has an owner and a definition of done. Anything less and tomorrow starts with an hour of meetings.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syllabus objectives, split into four moves. Point out that the third is what lets a small team act bigger than it is, and the fourth is what makes it survive the 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against their diagram from 1.2 and let it be uncomfortable. Most teams have never assigned a box, and the silence makes the case for the next fifty minutes better than any slide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bridge. A diagram tells you what must happen; a board tells you who is doing it and when it is finished. The map was the design, this is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 in four moves. Return here if the room drifts. Note that the order matters — assigning before you know the skills produces polite lies about who can do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objective. Two ideas here: know what the team can actually do, and give every step exactly one name. Both are less obvious than they sound.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Unaided is the load-bearing word. Not what they have read about or want to learn — what they could ship tomorrow without help. Optimism here costs you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one surprises people. Having the account, the key, or the license already is a genuine capability this week — access is a skill when the clock is three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room ninety seconds to say these out loud. It feels awkward and it is the highest-value ninety seconds of the hour — every unspoken gap becomes a silent blocker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the inventory onto the boxes from 1.2. The last row matters most — the person who knows the domain is your quality bar, whether or not they write any code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Accountable, not working alone. Others can help. But when a step slips there must be exactly one person who noticed first and one person to ask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bottom row is the whole argument. Shared ownership does not double the attention, it halves it. Say this plainly — teams resist it because single ownership feels unfriendly.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Riskiest first follows directly from 1.2 — they already identified it. Do not let the risky step go to whoever is most enthusiastic; it goes to whoever is most likely to finish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an argument against learning — the middle row says learn on the step that can absorb it. Put the stretch assignment somewhere a delay does not stop everyone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legitimate answers, and none of them is hope. Stubbing is honourable this week — a fake step with a real interface still lets the rest of the path be built and demoed.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portable line. If a box cannot get a single name, it is either too big — send it back to the granularity test — or it is not really in scope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jobs that are real work and often unassigned. The scribe keeps the Claude Project from going stale; the demo owner should be chosen today, not panicked over on Friday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objective. Owners alone still produce a queue. This section is about running several workstreams at once without the team colliding.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as a teammate that can hold a whole workstream, not a chat that answers questions. That difference is what makes parallel work possible for a team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middle row is the design idea: waiting is not bad luck, it is a thing you remove on purpose by agreeing interfaces up front. That is the next few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third row is the one to dwell on. The point is not speed of a single answer; it is that a stream progresses while its owner is doing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every stream needs before it starts. Skipping the second is what causes merge pain — two streams that each invented their own format for the same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Copy this shape for every stream. Named input, named output with its actual shape, and a done condition someone else could check. Have them write one for their riskiest step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arrow label from their 1.2 diagram, made precise. Agreeing it before anyone builds is what lets two people work on adjacent steps without talking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minutes on contracts saves hours of rework. Point at the Artifact from 1.2 — the arrows already exist, they just need field names written on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handoffs, three contracts, all boring on purpose. Boring contracts are good contracts — anything clever here becomes the thing that breaks during the Friday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collisions worth naming. The second is the nastiest because everything keeps running while producing wrong results. Announce contract changes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habits, all cheap. Stubbing is the important one again — never let a stream idle waiting for another; fake the input and keep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objective. Assignments that live in someone's memory do not survive the night. This section makes them a board everyone can see tomorrow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Straight from the syllabus: a repo, issues with owners, and a definition of done for every Day 2 task. Nothing fancier is needed for a three-day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 at the laptops. Step three is mechanical — the map from 1.2 is the issue list. If a box does not become an issue, ask why it is on the map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shape as the workstream brief — deliberately. One artifact, two places. Anyone can pick up this issue without asking a question, which is the whole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Someone else is the key phrase. If only the author can tell whether it is finished, it is not a definition of done — it is a feeling, and it will slip quietly.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tests. The third prevents the most common failure — writing the done criterion afterwards, which always describes whatever happened to get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real done criteria. Each is checkable by a teammate in under a minute. Ask the room to write theirs for the riskiest step before the session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third is a team norm worth stating aloud: being blocked is normal and silent blocking is not. A comment costs ten seconds and saves someone's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Parse is ready to start. Score needs one line written. Deploy is not a Day 2 task at all yet — it belongs in the backlog until someone can own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exit criteria for Day 1 as a whole. Have each team read these against their board out loud. Anything missing is fixable in the next ten minutes, not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concrete output of Day 1's last hour. The third number is the one to check — a single unowned task is tomorrow's stall, and it costs two minutes to fix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whole day in three lines. Say plainly that teams who skip any one of these spend Day 2 rebuilding it under time pressure, usually while arguing.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into Day 2, session 2.1. Tool choice was deliberately deferred all of Day 1 — now that every step has an owner and a contract, choosing tools is a small decision instead of a large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real test of the board. If any owner would need to ask a question before starting tomorrow, the board is not finished. Hold the slide while they check, then release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072CE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A2240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B6B82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5B6B82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524052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Dividing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Immersion Week SF · Day 1 · Session 1.3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072CE"/>
                </a:solidFill>
                <a:latin typeface="Arial"/>
              </a:rPr>
              <a:t>50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A2240"/>
                </a:solidFill>
                <a:latin typeface="Arial"/>
              </a:rPr>
              <a:t>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4964"/>
            <a:ext cx="112776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5B6B82"/>
                </a:solidFill>
                <a:latin typeface="Arial"/>
              </a:rPr>
              <a:t>You leave with a board and owners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This Session Covers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Inventory the team's real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22626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22626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Give every step a single 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26764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26764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Run workstreams with Cowork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0902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930902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Put the board in GitHub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Who owns which box?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From 1.2 to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A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5906" y="3965448"/>
            <a:ext cx="51755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The path, drawn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A 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The path, assigned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5B6B82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How We Get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What can we each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name per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Run them in parallel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Issues in GitHub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Owners, Not Volunteers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Skills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An honest list of what each person can do unaided.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Counts as a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Something you have shipped 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tool you already have access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domain you actually know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Say the Quiet 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What you have never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What you would need help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What you would rather not own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Skill to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24604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1883" y="1499616"/>
            <a:ext cx="39064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Steps it fits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63972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79133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Data wrangling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1883" y="2401823"/>
            <a:ext cx="41770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Intake, parse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463750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Prompt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883" y="3310127"/>
            <a:ext cx="574972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Score, summarise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3246043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Front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883" y="4218431"/>
            <a:ext cx="436864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Report,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46756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Domain expert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883" y="5126735"/>
            <a:ext cx="479200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Judging quality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Single owner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named person accountable for a step being done.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Why Exactly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Shared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Single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793942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Everyone assumes 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820896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Nobody watches the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Slips found 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person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8283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person to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Slips found early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Assign Every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Riskiest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It gets the best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Then the 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Match skill to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Name the 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Steps nobody can own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Volunteer or Best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Volunteer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Best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755485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Picks what excites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Picks what they can 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7596009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Learns on your deadline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Learns on the safe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6326584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Risky step goes last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Risky step goes first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When Nobody Can Own a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Stub it and move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Buy it with an existing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Cut it from the happy path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621280"/>
            <a:ext cx="128016" cy="16154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62128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"One name per box, or no name at all."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627120"/>
            <a:ext cx="107381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B6B82"/>
                </a:solidFill>
                <a:latin typeface="Arial"/>
              </a:rPr>
              <a:t>- The rule that survives Day 2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404699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Roles Beyond Writing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Owner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Holds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Tester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Breaks it on 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Scribe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Keeps the Project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Tells the story Friday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Work in Parallel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Claude Cowork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Claude running multi-step work on files you choose.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Queue or Parallel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Parallel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82799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step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17264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Everyone waits on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Day 2 runs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Streams run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Waiting is designed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Day 2 finishes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Cowork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On your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Reads and edits what you pick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Multi-step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Finishes a task, not a reply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Alongside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You work while it works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Set Up a Workstream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One step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Scope it to a single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Give the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Its input and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Say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How it proves it worked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A Workstream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870755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Step: Parse resumes to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74262"/>
            <a:ext cx="5289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Input:  PDF files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8894" y="2874262"/>
            <a:ext cx="7206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4972" y="2874262"/>
            <a:ext cx="24103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/intake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92421"/>
            <a:ext cx="8093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Output: one JSON per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10580"/>
            <a:ext cx="82460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    {name, skills[], years}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46898"/>
            <a:ext cx="406199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Done when: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1647" y="49468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1941" y="4946898"/>
            <a:ext cx="40225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sample files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65057"/>
            <a:ext cx="21030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parse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7300" y="5465057"/>
            <a:ext cx="14114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with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5179" y="5465057"/>
            <a:ext cx="54056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no manual fixes.</a:t>
            </a:r>
          </a:p>
        </p:txBody>
      </p:sp>
      <p:sp>
        <p:nvSpPr>
          <p:cNvPr id="18" name="TextBox 1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24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agreed shape passed between two steps.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25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Agree Contracts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Name every field you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Decide it before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Write it on the diagram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26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Step to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22221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8058" y="1499616"/>
            <a:ext cx="440642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What passes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3529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753212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Intake to parse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8058" y="2401823"/>
            <a:ext cx="5021739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File path plus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2895"/>
            <a:ext cx="4637166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Parse to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8058" y="3612895"/>
            <a:ext cx="513474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JSON with 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23967"/>
            <a:ext cx="4752539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Score to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8058" y="4823967"/>
            <a:ext cx="5329059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Id plus a number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How Streams Collide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Two people edit one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contract changed silently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stream waits on another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28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Keeping Streams Apart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owner per file or folder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825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Change contracts by announcement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Stub what you are waiting on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29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Put It in GitHub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Three Things You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place the code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Issues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per task, with an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How each task proves itself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Stand It Up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Create the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Name it for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Add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Write access,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One issue per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Straight from the map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32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An Issue, Filled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56587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Title: Parse resumes to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07918"/>
            <a:ext cx="656677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Owner:  @teammate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77"/>
            <a:ext cx="5289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Input:  PDF files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8894" y="2926077"/>
            <a:ext cx="7206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4972" y="2926077"/>
            <a:ext cx="24103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/intake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44236"/>
            <a:ext cx="8093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Output: one JSON per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80554"/>
            <a:ext cx="406199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Done when: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1647" y="4480554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1941" y="4480554"/>
            <a:ext cx="486757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samples parse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98713"/>
            <a:ext cx="14114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with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079" y="4998713"/>
            <a:ext cx="54056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no manual fixes.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33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Definition of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check someone else can run to confirm it works.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A Good Definition of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Observable, not felt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Checkable in a minute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Written before the work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35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Task to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7895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95415" y="1499616"/>
            <a:ext cx="497387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Done when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8312091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340822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Parse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5415" y="2401823"/>
            <a:ext cx="648075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10 samples, no fixes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2895"/>
            <a:ext cx="406098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Score 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5415" y="3612895"/>
            <a:ext cx="7555865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Ranks a known set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23967"/>
            <a:ext cx="371588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Build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5415" y="4823967"/>
            <a:ext cx="6172417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click, no errors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36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Issue Hygiene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task, one issue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Close it the moment it is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Comment when you are blocked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37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Is This Task Ready?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75517" y="1499616"/>
            <a:ext cx="248626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Deploy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67674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Has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8570" y="2401823"/>
            <a:ext cx="1073659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8380" y="2401823"/>
            <a:ext cx="13740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2895"/>
            <a:ext cx="4367966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Has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23967"/>
            <a:ext cx="3292515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Has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9248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No</a:t>
            </a:r>
          </a:p>
        </p:txBody>
      </p:sp>
      <p:sp>
        <p:nvSpPr>
          <p:cNvPr id="20" name="TextBox 19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38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Ready for Tomorrow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Every step is an issue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Every issue has one owner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Every issue says 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Contracts are written down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You Leave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65448"/>
            <a:ext cx="513812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Repo and 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3965448"/>
            <a:ext cx="490603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Owner per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Unowned tasks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40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Day 1, Behind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precise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workflow map, shared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board with owners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41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Next: Choosing 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Match each step to a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Decide what to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 retrieval only if needed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42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Can you start unaided?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