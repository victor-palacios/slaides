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an entry-level tour of GitHub: what it does, the handful of words you will hear constantly, and a real project to show each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your project only lives on your laptop, losing the laptop loses the project, and nobody else can work on it with you. GitHub is the usual answer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 is a tool that remembers every version of your files, so you can see what changed and go back to any earlier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 runs on your computer. GitHub is a website that keeps a copy of your Git project online, where other people can see it and work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repository, or repo, is one project's folder together with its complete history of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public repository called ninth_circuit. You can see its folders and files, and in the corner, five hundred and eighty-four commits of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the top of every repository are the same tabs. Code holds the files, Issues holds to-dos and bug reports, Pull requests holds changes waiting for review, and Actions holds jobs that run by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commit is a saved snapshot of your files, with a short note saying what changed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that project's commit history: newest at the top, each one saying who made it, when, and why — and any one of them can be restored.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to day the loop has three steps: edit files on your computer, commit a snapshot with a note, and push it up to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branch is a separate line of work. You can try something out on it without touching the main version everyone else relies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 branch is ready, you open a pull request. It shows exactly what you changed, other people review it, and then it is merged into the main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 Actions runs jobs for you on GitHub's own computers. This project's Actions tab shows one thousand four hundred and fifty-one runs, most of them on a schedule, with no laptop involved.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Actions are good for running tests on every change, a nightly job such as fetching new data, publishing a website, and backing up results — all four of which that project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 Pages turns a repository into a website. It takes HTML, CSS and JavaScript files straight from your repo and gives them a public web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public repository can be read by anyone, a private one only by people you invite, and both keep their full history forever — which is why a password should never be committed to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screenshot in this deck was captured on the twenty-first of October 2026 from the pages listed here, and each slide's Source link opens the exact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try it: make a free account, create a repository with a README, then edit that README on the website, commit it, and look at the history you just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Built with customers.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38353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60% faster; 50% fewer tickets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"We buy outcomes, not tools."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62712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kept from existing customers.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if we trusted users?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252438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 main():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457200" y="2874262"/>
            <a:ext cx="7046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    print("Hello, world!")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457200" y="3910580"/>
            <a:ext cx="21404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main()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$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 python hello.py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0072CE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0072CE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0072CE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36771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233160" y="2176271"/>
            <a:ext cx="1007604" cy="54864"/>
          </a:xfrm>
          <a:prstGeom prst="rect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A224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943896" y="4861560"/>
            <a:ext cx="430420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3325368"/>
            <a:ext cx="128016" cy="6096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3325368"/>
            <a:ext cx="415442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Activations 4x.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52348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407408"/>
            <a:ext cx="1445581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40740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52348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407408"/>
            <a:ext cx="1840906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40740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7701280" y="352348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407408"/>
            <a:ext cx="1037817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40740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201520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786352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Strong brand,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2584686" cy="54864"/>
          </a:xfrm>
          <a:prstGeom prst="rect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 margins,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2830525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801532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markets via partners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559793" cy="54864"/>
          </a:xfrm>
          <a:prstGeom prst="rect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entrants cut prices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hyperlink" Target="https://github.com/Victor-Palacios/ninth_circuit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.png"/><Relationship Id="rId3" Type="http://schemas.openxmlformats.org/officeDocument/2006/relationships/hyperlink" Target="https://github.com/Victor-Palacios/ninth_circuit/commits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.png"/><Relationship Id="rId3" Type="http://schemas.openxmlformats.org/officeDocument/2006/relationships/hyperlink" Target="https://docs.github.com/en/pull-requests/collaborating-with-pull-requests/proposing-changes-to-your-work-with-pull-requests/about-pull-requests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hyperlink" Target="https://github.com/Victor-Palacios/ninth_circuit/actions" TargetMode="Externa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Relationship Id="rId3" Type="http://schemas.openxmlformats.org/officeDocument/2006/relationships/hyperlink" Target="https://docs.github.com/en/pages/getting-started-with-github-pages/what-is-github-pages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What Is GitHub?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 entry-level tour, with real screenshots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Where does your code live?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tool that remembers every version of your files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Git and GitHub Are Not the Same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 your computer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1820" y="3965448"/>
            <a:ext cx="47929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 the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A2240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project's folder, with its whole history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 Real Repository</a:t>
            </a:r>
          </a:p>
        </p:txBody>
      </p:sp>
      <p:pic>
        <p:nvPicPr>
          <p:cNvPr id="3" name="Picture 2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605738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This is ninth_circuit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Folders and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709404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584 commits of history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6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Things Are 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8618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67733" y="1499616"/>
            <a:ext cx="574196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What it holds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15249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86189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7733" y="2401823"/>
            <a:ext cx="648007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files themselves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86189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7733" y="3310127"/>
            <a:ext cx="728801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To-dos and bug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417669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Pull requests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733" y="4218431"/>
            <a:ext cx="832426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Changes waiting for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86189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733" y="5126735"/>
            <a:ext cx="832426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Jobs that run by themselves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Commit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saved snapshot, with a note saying why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History You Can Read</a:t>
            </a:r>
          </a:p>
        </p:txBody>
      </p:sp>
      <p:pic>
        <p:nvPicPr>
          <p:cNvPr id="3" name="Picture 2" descr="com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555946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Newest at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65961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Who, when, and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771070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Any one can be restored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9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The Basic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Change files on your computer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Save a snapshot with a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Send it up to GitHub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separate line of work that leaves main alone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Proposing a Change</a:t>
            </a:r>
          </a:p>
        </p:txBody>
      </p:sp>
      <p:pic>
        <p:nvPicPr>
          <p:cNvPr id="3" name="Picture 2" descr="p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771104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Show what you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Others review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55203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Then it is merged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12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Work That Runs Itself</a:t>
            </a:r>
          </a:p>
        </p:txBody>
      </p:sp>
      <p:pic>
        <p:nvPicPr>
          <p:cNvPr id="3" name="Picture 2" descr="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613632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Jobs on a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1,451 runs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58671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 laptop required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13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0885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Actions Are Good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Running your tests on every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job every night, like fetching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Publishing a website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Backing up your results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 Free Website From a Repo</a:t>
            </a:r>
          </a:p>
        </p:txBody>
      </p:sp>
      <p:pic>
        <p:nvPicPr>
          <p:cNvPr id="3" name="Picture 2" descr="p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747726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HTML, CSS, JavaScript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705625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Served from your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67118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public web address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15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Public or Private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Public: anyone can read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Private: only people you invite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Both keep the full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So never commit a password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Screenshots, Captured 21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9456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Screenshot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0618" y="1499616"/>
            <a:ext cx="49487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Captured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8742204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3485137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0618" y="2401823"/>
            <a:ext cx="4948786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…/ninth_circuit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28466"/>
            <a:ext cx="4789308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Commit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0618" y="3128466"/>
            <a:ext cx="7515721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…/ninth_circuit/commits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55109"/>
            <a:ext cx="3244778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0618" y="3855109"/>
            <a:ext cx="7133172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…/ninth_circuit/actions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81752"/>
            <a:ext cx="4176692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Pull 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0618" y="4581752"/>
            <a:ext cx="5213688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docs.github.com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308395"/>
            <a:ext cx="3244778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0618" y="5308395"/>
            <a:ext cx="5213688" cy="45232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docs.github.com</a:t>
            </a:r>
          </a:p>
        </p:txBody>
      </p:sp>
      <p:sp>
        <p:nvSpPr>
          <p:cNvPr id="16" name="TextBox 1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Your First Ten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Make an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It is 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Create a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Tick the box to add a README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Edit the README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Commit it, and look at History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