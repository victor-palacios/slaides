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F0A202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E7EDF3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E7EDF3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E7EDF3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E7EDF3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E7EDF3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E7EDF3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0A202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E7EDF3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E7EDF3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E7EDF3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F0A202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E7EDF3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F0A202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F0A202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F0A202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0F1F2E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0F1F2E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F1F2E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0F1F2E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0F1F2E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F1F2E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E7EDF3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E7EDF3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E7EDF3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F1F2E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Build Your First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The path to PyPI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414016"/>
            <a:ext cx="309921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pandas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5180" y="2414016"/>
            <a:ext cx="298688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Package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5180" y="3041903"/>
            <a:ext cx="3255744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one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3160" y="241401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make a 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1140" y="2414016"/>
            <a:ext cx="26778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Publish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1140" y="3041903"/>
            <a:ext cx="3063121" cy="2718817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pip install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Today's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Create a real, importable Python package.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Publish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Upload it to TestPyPI, then PyPI.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pip install your own package.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E7EDF3"/>
                </a:solidFill>
                <a:latin typeface="Arial"/>
              </a:rPr>
              <a:t>Build tiny. Publish safely.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What we're building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6879" y="1837944"/>
            <a:ext cx="283339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pandas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13447" y="1837944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69494" y="1837944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6103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6879" y="2356103"/>
            <a:ext cx="410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simple_eda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151" y="2356103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1198" y="2356103"/>
            <a:ext cx="15275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92421"/>
            <a:ext cx="883372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df = pd.read_csv("data.csv")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10580"/>
            <a:ext cx="59420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eda.summarize(df)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28739"/>
            <a:ext cx="49056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eda.missing(df)</a:t>
            </a:r>
          </a:p>
        </p:txBody>
      </p:sp>
      <p:sp>
        <p:nvSpPr>
          <p:cNvPr id="17" name="TextBox 1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we build now — and skip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Build 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062646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Skip for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590800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809595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One dependency: pandas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701915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Plain Python functions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clear README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CI/CD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Many dependencies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is a Python library?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Library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Reusable code you install once and import anywhere.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Script vs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95727"/>
            <a:ext cx="57520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python analyze.py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33160" y="2395727"/>
            <a:ext cx="582765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import simple_eda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Less convenient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More convenient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Limited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639055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Broad scope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A tiny library is still real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 web app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 dashboard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Just useful, installable, importable.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The five bare minimums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unique package 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3535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project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An __init__.py 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068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Your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4256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Metadata — pyproject.toml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Design the smallest API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The functions and classes users call.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The smallest version that is genuinely useful.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the simplest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6879" y="1837944"/>
            <a:ext cx="410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simple_eda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5151" y="1837944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1198" y="1837944"/>
            <a:ext cx="15275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56103"/>
            <a:ext cx="59420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eda.summarize(df)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73862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Pick boring function names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Prefer (boring)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998775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Avoid (clever)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839591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summarize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missing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59691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numeric_columns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hyper_profile_engine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magic_diagnose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mega_summary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16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MVP Input: Pandas dataframe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Support pandas DataFrames first.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Not Polars, Spark, Dask, or Arrow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Fewer choices means fewer bugs.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MVP Output: Plain objects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Dictionaries &amp;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9215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Simple built-in containers.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Ints &amp; strings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21023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Plain scalar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pandas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32831"/>
            <a:ext cx="112776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 custom classes to learn.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The 0.1.0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First working version, not perfect.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Installable and understandable.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Momentum, not completeness.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19</a:t>
            </a:fld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Create the package folder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Final folder shape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simple-eda-project/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src/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└─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F0A202"/>
                </a:solidFill>
                <a:latin typeface="Courier New"/>
              </a:rPr>
              <a:t>simple_eda/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   ├─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__init__.py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│     └─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core.py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README.md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├─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pyproject.toml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0A202"/>
                </a:solidFill>
                <a:latin typeface="Courier New"/>
              </a:rPr>
              <a:t>└─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F1F2E"/>
                </a:solidFill>
                <a:latin typeface="Courier New"/>
              </a:rPr>
              <a:t>LICENSE</a:t>
            </a:r>
          </a:p>
        </p:txBody>
      </p:sp>
      <p:sp>
        <p:nvSpPr>
          <p:cNvPr id="19" name="TextBox 1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21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660564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Install name vs import 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Install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495711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Import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591222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simple-eda-you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hyphens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602027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used by pip &amp; PyPI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simple_eda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underscores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used in Python code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22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Why the names differ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import needs a valid Python name.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Python names cannot contain hyphens.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So the import name uses underscores.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PyPI treats - and _ as the same name.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23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__init__.py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Marks a folder as an importable package.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Why the src/ layout?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Blocks accidental root imports.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Matches modern Python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Makes packaging behavior clear.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25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Common folder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pyproject.toml in the wrong folder.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Forgetting __init__.py.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Folder named simple-eda, not simple_eda.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Installing from the wrong directory.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26</a:t>
            </a:fld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each mistake causes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418175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87590" y="1499616"/>
            <a:ext cx="490400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What happens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9368187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459972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 __init__.py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7590" y="2401823"/>
            <a:ext cx="6211888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import cannot find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521402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Hyphen in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7590" y="3310127"/>
            <a:ext cx="651954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invalid module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62884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pyproject misplaced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7590" y="4218431"/>
            <a:ext cx="575242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build finds 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50463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Wrong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87590" y="5126735"/>
            <a:ext cx="700441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ModuleNotFoundError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27</a:t>
            </a:fld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Write the EDA functions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461" y="923544"/>
            <a:ext cx="49812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summarize(df):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41703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071" y="1441703"/>
            <a:ext cx="19876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5065" y="1441703"/>
            <a:ext cx="60557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59862"/>
            <a:ext cx="62017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"rows": len(df),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1"/>
            <a:ext cx="1008020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"columns": len(df.columns),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96180"/>
            <a:ext cx="950368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"names": list(df.columns),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514339"/>
            <a:ext cx="1181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}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29</a:t>
            </a:fld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The core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5098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summarize — shape, columns,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missing — nulls per column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numeric_columns / categorical_columns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30</a:t>
            </a:fld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missing()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461" y="1837944"/>
            <a:ext cx="394493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missing(df):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6103"/>
            <a:ext cx="82265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counts = df.isna().sum()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4262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071" y="2874262"/>
            <a:ext cx="19876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return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65065" y="2874262"/>
            <a:ext cx="636537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counts.sort_values(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92421"/>
            <a:ext cx="527171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ascending=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7719" y="3392421"/>
            <a:ext cx="1872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3605" y="3392421"/>
            <a:ext cx="4129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428739"/>
            <a:ext cx="4962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missing(df) 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46898"/>
            <a:ext cx="32557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age    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465057"/>
            <a:ext cx="36393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name    1</a:t>
            </a:r>
          </a:p>
        </p:txBody>
      </p:sp>
      <p:sp>
        <p:nvSpPr>
          <p:cNvPr id="18" name="TextBox 1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31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numeric &amp; categorical columns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7461" y="1371600"/>
            <a:ext cx="701712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numeric_columns(df):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89759"/>
            <a:ext cx="78439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sel = df.select_dtypes(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07918"/>
            <a:ext cx="73743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include="number")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7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071" y="2926077"/>
            <a:ext cx="19876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65065" y="2926077"/>
            <a:ext cx="532703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list(sel.columns)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62395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461" y="3962395"/>
            <a:ext cx="79009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categorical_columns(df):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80554"/>
            <a:ext cx="78439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sel = df.select_dtypes(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98713"/>
            <a:ext cx="1078356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include=["object", "category"])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16872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071" y="5516872"/>
            <a:ext cx="19876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return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65065" y="5516872"/>
            <a:ext cx="532703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list(sel.columns)</a:t>
            </a:r>
          </a:p>
        </p:txBody>
      </p:sp>
      <p:sp>
        <p:nvSpPr>
          <p:cNvPr id="17" name="TextBox 1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32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Try it on a tiny DataFrame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56879" y="1837944"/>
            <a:ext cx="410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simple_eda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05151" y="1837944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61198" y="1837944"/>
            <a:ext cx="15275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eda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74262"/>
            <a:ext cx="642306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df = pd.DataFrame({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92421"/>
            <a:ext cx="756834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"name": ["Ana", "Bo",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3117" y="3392421"/>
            <a:ext cx="18345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5389" y="3392421"/>
            <a:ext cx="5667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10580"/>
            <a:ext cx="432208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"age": [25,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205" y="3910580"/>
            <a:ext cx="18345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6477" y="3910580"/>
            <a:ext cx="17191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, 31],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28739"/>
            <a:ext cx="643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})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946898"/>
            <a:ext cx="774612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print(eda.summarize(df))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465057"/>
            <a:ext cx="670980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print(eda.missing(df))</a:t>
            </a:r>
          </a:p>
        </p:txBody>
      </p:sp>
      <p:sp>
        <p:nvSpPr>
          <p:cNvPr id="20" name="TextBox 19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33</a:t>
            </a:fld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Function do's and don'ts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Do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575593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Don't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1085825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Return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05555"/>
            <a:ext cx="720975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 plain dicts /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15383"/>
            <a:ext cx="698001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Keep signatures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5211"/>
            <a:ext cx="640484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One job per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395727"/>
            <a:ext cx="59443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Change df in 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330555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Print instead of 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60" y="4215383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Add many optional args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512521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One function for everything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34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One job vs everything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One job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71140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670788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One big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3429943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86678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Small and focused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Easy to 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Easy to reuse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Hard to follow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Hard to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82765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Breaks more often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35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function name plus the parameters it takes.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36</a:t>
            </a:fld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Add pyproject.toml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37</a:t>
            </a:fld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pyproject.toml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Names your package and version.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Lists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Tells build tools how to build.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38</a:t>
            </a:fld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Build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Tools that turn source into installable packages.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39</a:t>
            </a:fld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Minimal pyproject.toml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4445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[build-system]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906547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requires = ["setuptools&gt;=61"]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0791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build-backend = "setuptools.build_meta"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44236"/>
            <a:ext cx="264042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[project]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62395"/>
            <a:ext cx="9870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name = "simple-eda-yourname"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54"/>
            <a:ext cx="522448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version = "0.1.0"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98713"/>
            <a:ext cx="976816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description = "Tiny EDA helper"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16872"/>
            <a:ext cx="101810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dependencies = ["pandas&gt;=1.5"]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40</a:t>
            </a:fld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The simple key = value format pyproject uses.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Version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26788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31604" y="1499616"/>
            <a:ext cx="432491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6799315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19257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0.1.0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31604" y="2401823"/>
            <a:ext cx="651752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First working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19257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0.1.1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31604" y="3310127"/>
            <a:ext cx="432491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small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19257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0.2.0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1604" y="4218431"/>
            <a:ext cx="440777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new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192576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1604" y="5126735"/>
            <a:ext cx="548356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Stable and public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42</a:t>
            </a:fld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MAJOR.MINOR.PATCH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Each of the three numbers is a non-negative integer.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43</a:t>
            </a:fld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README: install &amp;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44049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simple-eda-yourname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534120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Tiny EDA helper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1152" y="1889759"/>
            <a:ext cx="98913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5059" y="1889759"/>
            <a:ext cx="283339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pandas.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7"/>
            <a:ext cx="29480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Install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44236"/>
            <a:ext cx="993649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pip install simple-eda-yourname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80554"/>
            <a:ext cx="23719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## 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998713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56879" y="4998713"/>
            <a:ext cx="410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simple_eda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5151" y="4998713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1198" y="4998713"/>
            <a:ext cx="15275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eda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16872"/>
            <a:ext cx="774612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print(eda.summarize(df))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44</a:t>
            </a:fld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License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Says what others may do with your code.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MIT is common for small projects.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 an official template.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Never invent your own license text.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45</a:t>
            </a:fld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Install locally with pip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Install in editable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run from the folder with pyproject.toml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75170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python -m pip install -e .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47</a:t>
            </a:fld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-e (editable)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Links pip to your source folder.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Code edits apply instantly.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No reinstall while developing.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48</a:t>
            </a:fld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Smoke-test the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5852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&gt;&gt;&gt;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661" y="1371600"/>
            <a:ext cx="2102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import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3340" y="1371600"/>
            <a:ext cx="410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simple_eda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1612" y="1371600"/>
            <a:ext cx="91255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37659" y="1371600"/>
            <a:ext cx="152753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eda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89759"/>
            <a:ext cx="515802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&gt;&gt;&gt; eda.__all__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07918"/>
            <a:ext cx="815802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['summarize', 'missing', ...]</a:t>
            </a:r>
          </a:p>
        </p:txBody>
      </p:sp>
      <p:sp>
        <p:nvSpPr>
          <p:cNvPr id="10" name="TextBox 9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49</a:t>
            </a:fld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When the import fails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Symptom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1967347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Fix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623875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701813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ModuleNotFoundError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0883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Wrong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1935"/>
            <a:ext cx="619906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Wrong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2395727"/>
            <a:ext cx="5712619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Run pip install -e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cd to the project root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4821935"/>
            <a:ext cx="5789195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 python -m pip</a:t>
            </a:r>
          </a:p>
        </p:txBody>
      </p:sp>
      <p:sp>
        <p:nvSpPr>
          <p:cNvPr id="13" name="TextBox 12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50</a:t>
            </a:fld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Build a real package file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51</a:t>
            </a:fld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Build the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9785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python -m pip install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490636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python -m build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52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The dist/ folder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44994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dist/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├── simple_eda_yourname-0.1.0.tar.gz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0791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└── simple_eda_yourname-0.1.0-...whl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53</a:t>
            </a:fld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7348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Wheel vs source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Source (.tar.gz)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3119165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Wheel (.whl)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2518693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source archive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15383"/>
            <a:ext cx="582799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Used as a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Prebuilt, fast install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33160" y="4215383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What most users get</a:t>
            </a:r>
          </a:p>
        </p:txBody>
      </p:sp>
      <p:sp>
        <p:nvSpPr>
          <p:cNvPr id="11" name="TextBox 10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54</a:t>
            </a:fld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22188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Keep build output out of git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51290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dist/, build/, *.egg-info are generated.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Add them to .gitignore.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Bump the version before rebuilding.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55</a:t>
            </a:fld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Publish safely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56</a:t>
            </a:fld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Why TestPyPI first?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 practice package index.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71088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Rehearse upload and install commands.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644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Mistakes are cheap here.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57</a:t>
            </a:fld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The upload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1983" y="2185416"/>
            <a:ext cx="102728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python -m twine check dist/*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TestPyPI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twine upload --repository testpypi dist/*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PyPI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twine upload dist/* — only after TestPyPI works.</a:t>
            </a:r>
          </a:p>
        </p:txBody>
      </p:sp>
      <p:sp>
        <p:nvSpPr>
          <p:cNvPr id="12" name="TextBox 11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58</a:t>
            </a:fld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Install from TestPyPI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00464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install from TestPyPI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89759"/>
            <a:ext cx="34470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pip install \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07918"/>
            <a:ext cx="97435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-i https://test.pypi.org/simple/ \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77"/>
            <a:ext cx="58263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--extra-index-url \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44236"/>
            <a:ext cx="824640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https://pypi.org/simple/ \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62395"/>
            <a:ext cx="724820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simple-eda-yourname</a:t>
            </a:r>
          </a:p>
        </p:txBody>
      </p:sp>
      <p:sp>
        <p:nvSpPr>
          <p:cNvPr id="9" name="TextBox 8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59</a:t>
            </a:fld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Publishing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Use API tokens, not passwords.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Never commit tokens or secrets.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Fewer deps, less attack surface.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Beware typosquatting.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60</a:t>
            </a:fld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F0A202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Use, improve &amp; share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61</a:t>
            </a:fld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What to add — and avoid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0A202"/>
                </a:solidFill>
                <a:latin typeface="Arial"/>
              </a:rPr>
              <a:t>Avoid early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76271"/>
            <a:ext cx="2311859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33160" y="1499616"/>
            <a:ext cx="559556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E7EDF3"/>
                </a:solidFill>
                <a:latin typeface="Arial"/>
              </a:rPr>
              <a:t>Good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33160" y="2176271"/>
            <a:ext cx="3382925" cy="54864"/>
          </a:xfrm>
          <a:prstGeom prst="rect">
            <a:avLst/>
          </a:prstGeom>
          <a:solidFill>
            <a:srgbClr val="E7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95727"/>
            <a:ext cx="568529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Full HTML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0555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Plugin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15383"/>
            <a:ext cx="805547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Every dataframe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5211"/>
            <a:ext cx="6865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AI-generated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3160" y="2395727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quick_report()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160" y="3305555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top_categories()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33160" y="4215383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column_summary()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3160" y="5125211"/>
            <a:ext cx="55016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duplicate_rows()</a:t>
            </a:r>
          </a:p>
        </p:txBody>
      </p:sp>
      <p:sp>
        <p:nvSpPr>
          <p:cNvPr id="15" name="TextBox 1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62</a:t>
            </a:fld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Add a tiny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37944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7461" y="1837944"/>
            <a:ext cx="793875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test_numeric_columns():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56103"/>
            <a:ext cx="6960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df = pd.DataFrame(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4262"/>
            <a:ext cx="991119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    {"name": ["A"], "age": [10]})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392421"/>
            <a:ext cx="1076164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cols = eda.numeric_columns(df)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10580"/>
            <a:ext cx="6627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071" y="3910580"/>
            <a:ext cx="206424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assert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925" y="3910580"/>
            <a:ext cx="482135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cols == ["age"]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63</a:t>
            </a:fld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F0A202"/>
                </a:solidFill>
                <a:latin typeface="Arial"/>
              </a:rPr>
              <a:t>Final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Package files all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3535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pip install -e .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python -m build 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068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twine check dist/* passes.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24256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E7EDF3"/>
                </a:solidFill>
                <a:latin typeface="Arial"/>
              </a:rPr>
              <a:t>README has install + usage.</a:t>
            </a:r>
          </a:p>
        </p:txBody>
      </p:sp>
      <p:sp>
        <p:nvSpPr>
          <p:cNvPr id="8" name="TextBox 7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64</a:t>
            </a:fld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0F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58343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F0A202"/>
                </a:solidFill>
                <a:latin typeface="Arial"/>
              </a:rPr>
              <a:t>0.1.0</a:t>
            </a:r>
          </a:p>
        </p:txBody>
      </p:sp>
      <p:sp>
        <p:nvSpPr>
          <p:cNvPr id="3" name="Rectangle 2"/>
          <p:cNvSpPr/>
          <p:nvPr/>
        </p:nvSpPr>
        <p:spPr>
          <a:xfrm>
            <a:off x="5547360" y="3329940"/>
            <a:ext cx="1097280" cy="54864"/>
          </a:xfrm>
          <a:prstGeom prst="rect">
            <a:avLst/>
          </a:prstGeom>
          <a:solidFill>
            <a:srgbClr val="F0A20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912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E7EDF3"/>
                </a:solidFill>
                <a:latin typeface="Arial"/>
              </a:rPr>
              <a:t>Ship your first 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4079" y="4664964"/>
            <a:ext cx="1170384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E7EDF3"/>
                </a:solidFill>
                <a:latin typeface="Arial"/>
              </a:rPr>
              <a:t>Four functions, importable, published.</a:t>
            </a:r>
          </a:p>
        </p:txBody>
      </p:sp>
      <p:sp>
        <p:nvSpPr>
          <p:cNvPr id="6" name="TextBox 5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E7EDF3"/>
                </a:solidFill>
                <a:latin typeface="Arial"/>
              </a:rPr>
              <a:t>65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