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Build Your First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The path to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0992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pandas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9868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255744" cy="271881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 a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7787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63121" cy="271881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Today's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 real, importable Python package.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Upload it to TestPyPI, then PyPI.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your own package.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68880"/>
            <a:ext cx="128016" cy="19202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68880"/>
            <a:ext cx="10738104" cy="1920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Build tiny. Install locally. Publish safely.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What we're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28333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447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9494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2356103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2356103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235610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1"/>
            <a:ext cx="25068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676" y="3392421"/>
            <a:ext cx="29862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read_csv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1755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548" y="3392421"/>
            <a:ext cx="32462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"data.csv"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0184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0580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608" y="3910580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958" y="3910580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28739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7608" y="4428739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258" y="4428739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build now — and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Skip for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09595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dependency: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01915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Python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clear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Many dependencies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is a Python library?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Reusable code you install once and import anywhere.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Script vs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52088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analyze.py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827652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simple_eda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Less convenient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More convenient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Limited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Broad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 tiny library is still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web app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dashboard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Just useful, installable, importable.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five bare minimums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unique package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project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An __init__.py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Your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Metadata — pyproject.toml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Design the smallest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06880"/>
            <a:ext cx="128016" cy="34442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068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2987040"/>
            <a:ext cx="10738104" cy="2164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Application Programming Interface — the public interface of the library: the functions, classes, and their signatures that users call. For example: eda.summarize(df), eda.missing(df).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Minimum viable product — the smallest version that is genuinely useful, installable, and importable.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simplest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7608" y="2356103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958" y="2356103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862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boring function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Prefer (boring)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Avoid (clever)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9691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hyper_profile_engine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magic_diagnose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mega_summary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MVP Input: Pandas dataframe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pandas DataFrames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Not Polars, Spark, Dask, or Arrow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choices means fewer bugs.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MVP Output: Plain objects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Dictionaries &amp;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 built-in containers.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Ints &amp; strings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scalar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pandas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custom classes to learn.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0.1.0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version, not perfect.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Installable and understandable.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Momentum, not completeness.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Create the package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0564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 name vs import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Install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Import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simple-eda-you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2027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by pip &amp; PyPI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simple_eda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in Python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names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needs a valid Python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names cannot contain hyphens.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So the import name uses underscores.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PyPI treats - and _ as the same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__init__.py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file that marks a folder as an importable package and sets its top-level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src/ layout?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Blocks accidental root imports.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Matches modern Python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Makes packaging behavior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Common folder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pyproject.toml in the wrong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Forgetting __init__.py.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Folder named simple-eda, not simple_eda.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Installing from the wrong directory.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each mistake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817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7590" y="1499616"/>
            <a:ext cx="49040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What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6818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59972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__init__.py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7590" y="2401823"/>
            <a:ext cx="621188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cannot find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02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 in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7590" y="3310127"/>
            <a:ext cx="6519545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invalid module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62884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 misplaced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7590" y="4218431"/>
            <a:ext cx="5752425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build finds 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463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7590" y="5126735"/>
            <a:ext cx="700441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Write the EDA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461" y="9235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429" y="923544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8779" y="923544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1703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071" y="1441703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5065" y="1441703"/>
            <a:ext cx="60557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9862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6943" y="1959862"/>
            <a:ext cx="21320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"rows"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5176" y="1959862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111" y="1959862"/>
            <a:ext cx="11048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337" y="1959862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1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6943" y="2478021"/>
            <a:ext cx="3245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"columns"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1369" y="24780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304" y="2478021"/>
            <a:ext cx="11048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7530" y="2478021"/>
            <a:ext cx="41756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96180"/>
            <a:ext cx="11426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6943" y="2996180"/>
            <a:ext cx="274703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9537" y="29961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472" y="2996180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7204" y="2996180"/>
            <a:ext cx="41756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14339"/>
            <a:ext cx="11814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core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098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 — shape, columns,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 — nulls per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 / categorical_columns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missing()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079" y="1837944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45416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counts =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462" y="2356103"/>
            <a:ext cx="14502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isna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587" y="2356103"/>
            <a:ext cx="83496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140" y="2356103"/>
            <a:ext cx="148806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6880" y="2356103"/>
            <a:ext cx="6430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071" y="2874262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5065" y="2874262"/>
            <a:ext cx="26023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208" y="2874262"/>
            <a:ext cx="37158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sort_values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5334" y="2874262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92421"/>
            <a:ext cx="52717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ascending=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9" y="3392421"/>
            <a:ext cx="1872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3605" y="3392421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28739"/>
            <a:ext cx="49627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missing(df) 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46898"/>
            <a:ext cx="32557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age  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65057"/>
            <a:ext cx="3639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name  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numeric &amp; categorical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7461" y="1371600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7429" y="1371600"/>
            <a:ext cx="55969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1198" y="1371600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89759"/>
            <a:ext cx="33893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1233" y="1889759"/>
            <a:ext cx="44074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1580" y="1889759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7918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7458" y="2407918"/>
            <a:ext cx="30158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"number"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8091" y="2407918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7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2926077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5065" y="2926077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033" y="2926077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2765" y="2926077"/>
            <a:ext cx="4290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62395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461" y="3962395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429" y="3962395"/>
            <a:ext cx="64807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categorical_columns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598" y="3962395"/>
            <a:ext cx="14111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54"/>
            <a:ext cx="33893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1233" y="4480554"/>
            <a:ext cx="44074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580" y="4480554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98713"/>
            <a:ext cx="45032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include=[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7426" y="4998713"/>
            <a:ext cx="2516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"object"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227" y="4998713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162" y="4998713"/>
            <a:ext cx="332321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"category"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8871" y="4998713"/>
            <a:ext cx="6048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16872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071" y="5516872"/>
            <a:ext cx="19876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5065" y="5516872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85033" y="5516872"/>
            <a:ext cx="10272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2765" y="5516872"/>
            <a:ext cx="4290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Try it on a tiny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4262"/>
            <a:ext cx="25068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9676" y="2874262"/>
            <a:ext cx="3638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308" y="2874262"/>
            <a:ext cx="64369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1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3392421"/>
            <a:ext cx="2401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3765" y="3392421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669" y="3392421"/>
            <a:ext cx="190265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530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8466" y="3392421"/>
            <a:ext cx="151842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"Bo"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3181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3117" y="3392421"/>
            <a:ext cx="18345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5389" y="3392421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71" y="3910580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4072" y="3910580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3976" y="3910580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269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205" y="3910580"/>
            <a:ext cx="18345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6477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412" y="3910580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6706" y="3910580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28739"/>
            <a:ext cx="64369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})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898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7186" y="4946898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386" y="4946898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2737" y="4946898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65057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7186" y="5465057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1386" y="5465057"/>
            <a:ext cx="252472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5037" y="5465057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Function 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Return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720975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plain dicts /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698001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Keep signatures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40484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job per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94437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Change df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Print instead of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many optional 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function for everything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One job vs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One job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670788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One big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6678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Small and focused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reuse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82765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Breaks more often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function's name plus the parameters it takes — what you call and what you pass in, like summarize(df).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Add pyproject.toml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pyproject.toml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Names your package and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Lists dependencies.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Tells build tools how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Programs like setuptools and build that turn your source folder into an installable 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Minimal pyproject.toml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4445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[build-system]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65819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requires = [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9272" y="1889759"/>
            <a:ext cx="53982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"setuptools&gt;=61"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8856" y="1889759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720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build-backend =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930" y="2407918"/>
            <a:ext cx="73946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"setuptools.build_meta"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4236"/>
            <a:ext cx="26404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[project]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62395"/>
            <a:ext cx="26984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 =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433" y="3962395"/>
            <a:ext cx="73548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"simple-eda-yourname"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54"/>
            <a:ext cx="31973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version =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1265" y="4480554"/>
            <a:ext cx="22099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"0.1.0"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98713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 =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458" y="4998713"/>
            <a:ext cx="563975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"Tiny EDA helper"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16872"/>
            <a:ext cx="54646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dependencies = [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319" y="5516872"/>
            <a:ext cx="470733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"pandas&gt;=1.5"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103" y="5516872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25040"/>
            <a:ext cx="128016" cy="24079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22504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0520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Tom's Obvious Minimal Language — the simple key = value format pyproject.toml is written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Version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788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31604" y="1499616"/>
            <a:ext cx="43249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799315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31604" y="2401823"/>
            <a:ext cx="651752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604" y="3310127"/>
            <a:ext cx="432491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small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604" y="4218431"/>
            <a:ext cx="440777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new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192576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1604" y="5126735"/>
            <a:ext cx="548356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Stable and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MAJOR.MINOR.PATCH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 semantic versioning, each of the three numbers just has to be a non-negative integer, so 0.0.1 means major 0, minor 0, patch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README: install &amp;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4404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simple-eda-yourname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534120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Tiny EDA helper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1152" y="1889759"/>
            <a:ext cx="98913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059" y="1889759"/>
            <a:ext cx="28333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77"/>
            <a:ext cx="29480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993649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23719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98713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4998713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4998713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4998713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16872"/>
            <a:ext cx="152685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7186" y="5516872"/>
            <a:ext cx="175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1386" y="5516872"/>
            <a:ext cx="35610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737" y="5516872"/>
            <a:ext cx="14492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License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Says what others may do with your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MIT is common for small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an official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invent your own license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Install locally with pip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in editable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run from the folder with pyproject.toml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170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-e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-e (editable)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Links pip to your source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Code edits apply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reinstall while developing.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Smoke-test the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5852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661" y="1371600"/>
            <a:ext cx="2102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3340" y="1371600"/>
            <a:ext cx="4100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1612" y="1371600"/>
            <a:ext cx="91255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7659" y="1371600"/>
            <a:ext cx="152753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89759"/>
            <a:ext cx="515802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eda.__all__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68" y="2407918"/>
            <a:ext cx="382484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'summarize'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3395" y="2407918"/>
            <a:ext cx="5667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3331" y="2407918"/>
            <a:ext cx="278852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'missing'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858" y="2407918"/>
            <a:ext cx="133457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...]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When the import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Symptom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1813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19906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712619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Run pip install -e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cd to the project root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78919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python -m pip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Build a real package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Build the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55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90636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dist/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44994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dist/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90631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├── simple_eda_yourname-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7348" y="1889759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609" y="1889759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7577" y="1889759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4" y="1889759"/>
            <a:ext cx="20645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.tar.gz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90631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└── simple_eda_yourname-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348" y="2407918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7609" y="2407918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77" y="2407918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4" y="2407918"/>
            <a:ext cx="20254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-...whl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Wheel vs source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Source (.tar.gz)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Wheel (.whl)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source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15383"/>
            <a:ext cx="582799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as a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Prebuilt, fast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What most users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22188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Keep build output out of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1290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dist/, build/, *.egg-info are 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them to .gitignore.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Bump the version before rebuilding.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TestPyPI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practice package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Rehearse upload and install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Mistakes are cheap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upload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twine check dist/*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TestPyPI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--repository testpypi dist/*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PyPI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dist/* — only after TestPyPI works.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from TestPyPI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0046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install from TestPyPI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4470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\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7918"/>
            <a:ext cx="974353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-i https://test.pypi.org/simple/ \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77"/>
            <a:ext cx="5826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--extra-index-url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44236"/>
            <a:ext cx="82464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https://pypi.org/simple/ 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2395"/>
            <a:ext cx="72482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API tokens, not passwords.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commit tokens or secrets.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deps, less attack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Beware typosquatting.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Use, improve &amp;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to add — and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Avoid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9556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Good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68529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Full HTML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Plugin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805547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Every dataframe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86532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AI-generated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quick_report()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top_categories()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column_summary()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duplicate_rows()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Add a tiny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709471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test_numeric_columns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7326" y="1837944"/>
            <a:ext cx="83496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32746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9547" y="2356103"/>
            <a:ext cx="3638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80" y="2356103"/>
            <a:ext cx="4129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4262"/>
            <a:ext cx="19492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1157" y="2874262"/>
            <a:ext cx="2401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7851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7755" y="2874262"/>
            <a:ext cx="113418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2323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2227" y="2874262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228" y="2874262"/>
            <a:ext cx="75872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9131" y="2874262"/>
            <a:ext cx="95134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9424" y="2874262"/>
            <a:ext cx="83564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1"/>
            <a:ext cx="431129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cols = 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7458" y="3392421"/>
            <a:ext cx="559691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1227" y="3392421"/>
            <a:ext cx="12192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071" y="3910580"/>
            <a:ext cx="206424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assert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925" y="3910580"/>
            <a:ext cx="29862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cols == [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004" y="3910580"/>
            <a:ext cx="182608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05" y="3910580"/>
            <a:ext cx="3748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Final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Package files all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-e .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build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check dist/*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README has install + usage.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0.1.0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Ship your first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079" y="4664964"/>
            <a:ext cx="11703843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9DB0C0"/>
                </a:solidFill>
                <a:latin typeface="Arial"/>
              </a:rPr>
              <a:t>Four functions, importable, published.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9DB0C0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