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9DB0C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65573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E7EDF3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5599341" y="3965448"/>
            <a:ext cx="659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9DB0C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685236" y="2593848"/>
            <a:ext cx="450676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540597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0A202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550805" y="4861560"/>
            <a:ext cx="4641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F0A202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9DB0C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F0A202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0F1F2E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0F1F2E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F1F2E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0F1F2E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3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0F1F2E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F1F2E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0A202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680611" y="1499616"/>
            <a:ext cx="351138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E7EDF3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F1F2E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E7EDF3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8FC1F0"/>
                </a:solidFill>
                <a:latin typeface="Arial"/>
              </a:rPr>
              <a:t>Build Your First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The path to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0992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pandas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986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255744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 a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778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63121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Today's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Create a real, importable Python package.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Upload it to TestPyPI, then PyPI.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your own package.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E7EDF3"/>
                </a:solidFill>
                <a:latin typeface="Arial"/>
              </a:rPr>
              <a:t>Build tiny. Publish safely.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What we're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3447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9494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235610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235610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1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9676" y="3392421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read_csv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175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548" y="3392421"/>
            <a:ext cx="32462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"data.csv"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0184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058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608" y="3910580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958" y="3910580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28739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7608" y="4428739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258" y="4428739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we build now — and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Build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Skip for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0959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dependency: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0191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Python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clear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Many dependencies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is a Python library?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Reusable code you install once and import anywhere.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Script vs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520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analyze.py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8276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simple_eda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Less convenient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More convenient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Limited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Broad scope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 tiny library is still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web app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dashboard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Just useful, installable, importable.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five bare minimums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unique package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project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An __init__.py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Your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Metadata — pyproject.toml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Design the smallest API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functions and classes users call.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smallest version that is genuinely useful.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simplest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7608" y="2356103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958" y="2356103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86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Pick boring function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Prefer (boring)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Avoid (clever)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969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hyper_profile_engine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magic_diagnose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mega_summary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MVP Input: Pandas dataframe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Support pandas DataFrames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Not Polars, Spark, Dask, or Arrow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choices means fewer bugs.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MVP Output: Plain objects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Dictionaries &amp;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 built-in containers.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Ints &amp; strings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Plain scalar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7EDF3"/>
                </a:solidFill>
                <a:latin typeface="Arial"/>
              </a:rPr>
              <a:t>pandas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custom classes to learn.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0.1.0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version, not perfect.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Installable and understandable.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Momentum, not completeness.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Create the package folder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056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Install name vs import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Install name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Import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simple-eda-you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2027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by pip &amp; PyPI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simple_eda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underscores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in Python code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names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needs a valid Python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names cannot contain hyphens.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So the import name uses underscores.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PyPI treats - and _ as the same name.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__init__.py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Marks a folder as an importable package.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the src/ layout?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Blocks accidental root imports.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Matches modern Python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Makes packaging behavior clear.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Common folder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pyproject.toml in the wrong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Forgetting __init__.py.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Folder named simple-eda, not simple_eda.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Installing from the wrong directory.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each mistake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81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7590" y="1499616"/>
            <a:ext cx="4904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What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68187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5997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__init__.py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7590" y="2401823"/>
            <a:ext cx="621188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import cannot find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Hyphen in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7590" y="3310127"/>
            <a:ext cx="65195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invalid module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62884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pyproject misplaced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7590" y="4218431"/>
            <a:ext cx="575242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build finds nothing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463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7590" y="5126735"/>
            <a:ext cx="700441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Write the EDA functions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461" y="9235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429" y="923544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8779" y="9235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1703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071" y="1441703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5065" y="1441703"/>
            <a:ext cx="605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9862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6943" y="1959862"/>
            <a:ext cx="21320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"rows"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5176" y="1959862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111" y="1959862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337" y="1959862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1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6943" y="2478021"/>
            <a:ext cx="324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"columns"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1369" y="24780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304" y="2478021"/>
            <a:ext cx="11048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7530" y="2478021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96180"/>
            <a:ext cx="11426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6943" y="2996180"/>
            <a:ext cx="274703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9537" y="29961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472" y="2996180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7204" y="2996180"/>
            <a:ext cx="41756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(df.columns),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14339"/>
            <a:ext cx="1181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}</a:t>
            </a:r>
          </a:p>
        </p:txBody>
      </p:sp>
      <p:sp>
        <p:nvSpPr>
          <p:cNvPr id="28" name="TextBox 2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core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098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summarize — shape, columns,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missing — nulls per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numeric_columns / categorical_columns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missing()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079" y="1837944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45416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counts =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462" y="2356103"/>
            <a:ext cx="14502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isna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58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140" y="2356103"/>
            <a:ext cx="148806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6880" y="2356103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071" y="287426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5065" y="2874262"/>
            <a:ext cx="26023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208" y="2874262"/>
            <a:ext cx="3715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sort_values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5334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92421"/>
            <a:ext cx="52717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ascending=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9" y="3392421"/>
            <a:ext cx="1872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3605" y="3392421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28739"/>
            <a:ext cx="4962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missing(df) 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46898"/>
            <a:ext cx="32557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age  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65057"/>
            <a:ext cx="3639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name    1</a:t>
            </a:r>
          </a:p>
        </p:txBody>
      </p:sp>
      <p:sp>
        <p:nvSpPr>
          <p:cNvPr id="26" name="TextBox 2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numeric &amp; categorical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7461" y="1371600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7429" y="1371600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1198" y="1371600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89759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1233" y="1889759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1580" y="1889759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7918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7458" y="2407918"/>
            <a:ext cx="30158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"number"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8091" y="2407918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7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2926077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5065" y="2926077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033" y="2926077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2765" y="2926077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62395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461" y="3962395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429" y="3962395"/>
            <a:ext cx="64807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categorical_columns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3598" y="3962395"/>
            <a:ext cx="14111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54"/>
            <a:ext cx="33893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sel = 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1233" y="4480554"/>
            <a:ext cx="44074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select_dtypes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580" y="4480554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98713"/>
            <a:ext cx="45032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include=[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7426" y="4998713"/>
            <a:ext cx="2516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"object"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227" y="4998713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162" y="4998713"/>
            <a:ext cx="33232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"category"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8871" y="4998713"/>
            <a:ext cx="6048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1687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071" y="5516872"/>
            <a:ext cx="19876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return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5065" y="5516872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85033" y="5516872"/>
            <a:ext cx="1027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2765" y="5516872"/>
            <a:ext cx="4290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(sel.columns)</a:t>
            </a:r>
          </a:p>
        </p:txBody>
      </p:sp>
      <p:sp>
        <p:nvSpPr>
          <p:cNvPr id="35" name="TextBox 3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Try it on a tiny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879" y="1837944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5151" y="1837944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1198" y="1837944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4262"/>
            <a:ext cx="2506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9676" y="2874262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308" y="2874262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1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071" y="3392421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3765" y="3392421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669" y="3392421"/>
            <a:ext cx="190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530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8466" y="3392421"/>
            <a:ext cx="151842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"Bo"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3181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3117" y="3392421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5389" y="3392421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71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4072" y="3910580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3976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269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205" y="3910580"/>
            <a:ext cx="18345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6477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412" y="3910580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6706" y="3910580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428739"/>
            <a:ext cx="643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})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898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7186" y="4946898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386" y="4946898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2737" y="4946898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65057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7186" y="5465057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1386" y="5465057"/>
            <a:ext cx="25247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missing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5037" y="5465057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40" name="TextBox 39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Function 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Return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72097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plain dicts /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69800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Keep signatures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40484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job per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9443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Change df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Print instead of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many optional 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One function for everything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One job vs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One job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670788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One big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Small and focused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Easy to reuse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Hard to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8276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Breaks more often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function name plus the parameters it takes.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Add pyproject.toml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pyproject.toml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Names your package and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Lists dependencies.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Tells build tools how to build.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Build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Tools that turn source into installable packages.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Minimal pyproject.toml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4445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[build-system]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6581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requires = [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9272" y="1889759"/>
            <a:ext cx="53982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"setuptools&gt;=61"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88856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720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build-backend =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930" y="2407918"/>
            <a:ext cx="73946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"setuptools.build_meta"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4236"/>
            <a:ext cx="26404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[project]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62395"/>
            <a:ext cx="26984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 =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433" y="3962395"/>
            <a:ext cx="73548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"simple-eda-yourname"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54"/>
            <a:ext cx="31973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version =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1265" y="4480554"/>
            <a:ext cx="22099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"0.1.0"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98713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 =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458" y="4998713"/>
            <a:ext cx="56397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"Tiny EDA helper"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16872"/>
            <a:ext cx="5464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dependencies = [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319" y="5516872"/>
            <a:ext cx="47073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"pandas&gt;=1.5"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103" y="5516872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The simple key = value format pyproject uses.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Version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788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31604" y="1499616"/>
            <a:ext cx="43249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799315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31604" y="2401823"/>
            <a:ext cx="65175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First working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604" y="3310127"/>
            <a:ext cx="432491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small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604" y="4218431"/>
            <a:ext cx="4407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new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1925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1604" y="5126735"/>
            <a:ext cx="548356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Stable and public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MAJOR.MINOR.PATCH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Each of the three numbers is a non-negative integer.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README: install &amp;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4404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simple-eda-yourname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534120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Tiny EDA helper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1152" y="1889759"/>
            <a:ext cx="9891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059" y="1889759"/>
            <a:ext cx="28333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7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99364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simple-eda-yourname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23719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98713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6879" y="4998713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151" y="4998713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1198" y="4998713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1687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7186" y="5516872"/>
            <a:ext cx="175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1386" y="5516872"/>
            <a:ext cx="3561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summarize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737" y="5516872"/>
            <a:ext cx="14492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(df))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License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Says what others may do with your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MIT is common for small projects.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an official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invent your own license text.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45</a:t>
            </a:fld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Install locally with pip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46</a:t>
            </a:fld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in editable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run from the folder with pyproject.toml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170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-e 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47</a:t>
            </a:fld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What -e (editable)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Links pip to your source folder.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Code edits apply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No reinstall while developing.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48</a:t>
            </a:fld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Smoke-test the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5852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661" y="1371600"/>
            <a:ext cx="2102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3340" y="1371600"/>
            <a:ext cx="4100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simple_eda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1612" y="1371600"/>
            <a:ext cx="912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7659" y="1371600"/>
            <a:ext cx="15275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89759"/>
            <a:ext cx="515802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&gt;&gt;&gt; eda.__all__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68" y="2407918"/>
            <a:ext cx="382484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'summarize'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3395" y="2407918"/>
            <a:ext cx="5667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3331" y="2407918"/>
            <a:ext cx="27885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'missing'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1858" y="2407918"/>
            <a:ext cx="133457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, ...]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49</a:t>
            </a:fld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When the import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Symptom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1813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ModuleNotFoundError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1990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Wrong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71261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Run pip install -e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cd to the project root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789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python -m pip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50</a:t>
            </a:fld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Build a real package file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51</a:t>
            </a:fld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Build the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5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pip install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906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python -m build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52</a:t>
            </a:fld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dist/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44994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dist/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├── simple_eda_yourname-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7348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609" y="1889759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7577" y="188975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4" y="1889759"/>
            <a:ext cx="2064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.tar.gz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07918"/>
            <a:ext cx="90631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└── simple_eda_yourname-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348" y="2407918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7609" y="2407918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7577" y="240791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4" y="2407918"/>
            <a:ext cx="20254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-...whl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53</a:t>
            </a:fld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Wheel vs source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Source (.tar.gz)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Wheel (.whl)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source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15383"/>
            <a:ext cx="582799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Used as a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Prebuilt, fast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What most users get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54</a:t>
            </a:fld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22188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Keep build output out of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51290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dist/, build/, *.egg-info are generated.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Add them to .gitignore.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Bump the version before rebuilding.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55</a:t>
            </a:fld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 safely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56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Why TestPyPI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 practice package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Rehearse upload and install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Mistakes are cheap here.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57</a:t>
            </a:fld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The upload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twine check dist/*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TestPyPI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--repository testpypi dist/*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PyPI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upload dist/* — only after TestPyPI works.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58</a:t>
            </a:fld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Install from TestPyPI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0046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install from TestPyPI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3447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pip install \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7918"/>
            <a:ext cx="97435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-i https://test.pypi.org/simple/ \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77"/>
            <a:ext cx="5826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--extra-index-url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44236"/>
            <a:ext cx="82464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https://pypi.org/simple/ 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2395"/>
            <a:ext cx="72482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simple-eda-yourname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59</a:t>
            </a:fld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Publishing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Use API tokens, not passwords.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Never commit tokens or secrets.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Fewer deps, less attack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Beware typosquatting.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60</a:t>
            </a:fld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F0A202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Use, improve &amp; share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61</a:t>
            </a:fld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8FC1F0"/>
                </a:solidFill>
                <a:latin typeface="Arial"/>
              </a:rPr>
              <a:t>What to add — and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FC1F0"/>
                </a:solidFill>
                <a:latin typeface="Arial"/>
              </a:rPr>
              <a:t>Avoid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FC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9556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9DB0C0"/>
                </a:solidFill>
                <a:latin typeface="Arial"/>
              </a:rPr>
              <a:t>Good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9D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68529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Full HTML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Plugin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15383"/>
            <a:ext cx="805547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Every dataframe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5211"/>
            <a:ext cx="6865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AI-generated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quick_report()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30555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top_categories()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160" y="4215383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column_summary()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512521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duplicate_rows()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62</a:t>
            </a:fld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Add a tiny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461" y="1837944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429" y="1837944"/>
            <a:ext cx="70947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test_numeric_columns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7326" y="1837944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6103"/>
            <a:ext cx="3274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df = pd.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9547" y="2356103"/>
            <a:ext cx="3638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80" y="2356103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4262"/>
            <a:ext cx="1949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1157" y="2874262"/>
            <a:ext cx="2401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"name"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7851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7755" y="2874262"/>
            <a:ext cx="11341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2323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2227" y="2874262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228" y="2874262"/>
            <a:ext cx="758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: [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9131" y="287426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9424" y="2874262"/>
            <a:ext cx="8356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1"/>
            <a:ext cx="4311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cols = 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7458" y="3392421"/>
            <a:ext cx="55969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numeric_columns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1227" y="3392421"/>
            <a:ext cx="1219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(df)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0580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071" y="3910580"/>
            <a:ext cx="20642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assert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925" y="3910580"/>
            <a:ext cx="29862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cols == [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004" y="3910580"/>
            <a:ext cx="182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"age"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05" y="3910580"/>
            <a:ext cx="3748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]</a:t>
            </a:r>
          </a:p>
        </p:txBody>
      </p:sp>
      <p:sp>
        <p:nvSpPr>
          <p:cNvPr id="30" name="TextBox 29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63</a:t>
            </a:fld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E7EDF3"/>
                </a:solidFill>
                <a:latin typeface="Arial"/>
              </a:rPr>
              <a:t>Final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Package files all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pip install -e .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python -m build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twine check dist/*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E7EDF3"/>
                </a:solidFill>
                <a:latin typeface="Arial"/>
              </a:rPr>
              <a:t>README has install + usage.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64</a:t>
            </a:fld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F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F0A202"/>
                </a:solidFill>
                <a:latin typeface="Arial"/>
              </a:rPr>
              <a:t>0.1.0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E7EDF3"/>
                </a:solidFill>
                <a:latin typeface="Arial"/>
              </a:rPr>
              <a:t>Ship your first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079" y="4664964"/>
            <a:ext cx="1170384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9DB0C0"/>
                </a:solidFill>
                <a:latin typeface="Arial"/>
              </a:rPr>
              <a:t>Four functions, importable, published.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9DB0C0"/>
                </a:solidFill>
                <a:latin typeface="Arial"/>
              </a:rPr>
              <a:t>65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