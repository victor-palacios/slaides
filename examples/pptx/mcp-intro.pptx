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MCP told as one story: how Claude reaches the tools you already use, and what happens when one of those tools is not what it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Maya, an example student. She is building an app for a class, her data lives in Supabase, and her code lives on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Without MCP, Maya's afternoon is copying and pasting. She copies this week's sign-ups out of Supabase, pastes them into Claude to ask what changed, then copies the answer into a GitHub issue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MCP's own site explains it as a USB-C port for AI: one standard plug, so an AI app can connect to many different tools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MCP, Maya asks one question: did sign-ups drop this week? Claude reads the table in Supabase itself, and files the GitHub issue once she approves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Behind the scenes, Claude Code has one connection per tool. Each connection is a small program that someone wrote — and that detail matters later in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connection can offer three kinds of thing: actions Claude can take, like opening an issue; things it can read, like this week's sign-ups; and ready-made requests, like summarising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Setting it up is one command per tool, documented by Anthropic. After that, Maya simply asks for what she wants.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connection is a program someone else wrote. So here is the question the rest of this deck answers: what if that program lies?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really happened in September 2025. A connection for sending email, called postmark-mcp, worked exactly as promised — until one line of it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trap took three moves. Copy the genuine tool from the email company. Publish fifteen honest versions so people trust it. Then add one hidden line in version 1.0.16.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saw an email sent, exactly as asked. What actually happened is that a secret copy of every email went to a stranger.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Those copies could hold password reset links, invoices, internal company mail — anything the AI had been asked to send.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screenshots were captured on the twenty-first of October 2026, the real case comes from Snyk's report, and Maya is an example we made up to tell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Maya uses the official publisher's tool, pins the version she checked so a silent update cannot change it, approves each action Claude takes, and gives each tool only the access it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Built with customers.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38353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60% faster; 50% fewer tickets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0072CE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0A2240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621280"/>
            <a:ext cx="128016" cy="16154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621280"/>
            <a:ext cx="111953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"We buy outcomes, not tools."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62712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48412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Revenue kept from existing customers.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What if we trusted users?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252438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Arial"/>
              </a:rPr>
              <a:t> main():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457200" y="2874262"/>
            <a:ext cx="704647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Arial"/>
              </a:rPr>
              <a:t>    print("Hello, world!")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457200" y="3910580"/>
            <a:ext cx="21404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Arial"/>
              </a:rPr>
              <a:t>main()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$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Arial"/>
              </a:rPr>
              <a:t> python hello.py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FFFFFF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A22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0072CE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0072CE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0072CE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0072CE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367718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233160" y="2176271"/>
            <a:ext cx="1007604" cy="54864"/>
          </a:xfrm>
          <a:prstGeom prst="rect">
            <a:avLst/>
          </a:prstGeom>
          <a:solidFill>
            <a:srgbClr val="0A22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A2240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943896" y="4861560"/>
            <a:ext cx="430420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0A2240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0A2240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0A2240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0A2240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3325368"/>
            <a:ext cx="128016" cy="6096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3325368"/>
            <a:ext cx="415442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Activations 4x.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3476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52348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407408"/>
            <a:ext cx="1445581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40740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33476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52348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407408"/>
            <a:ext cx="1840906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40740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33476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7701280" y="352348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407408"/>
            <a:ext cx="1037817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40740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593303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593303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593303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593303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0A22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0A22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2015207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7863523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Strong brand,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2584686" cy="54864"/>
          </a:xfrm>
          <a:prstGeom prst="rect">
            <a:avLst/>
          </a:prstGeom>
          <a:solidFill>
            <a:srgbClr val="0A22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Thin margins,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2830525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801532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New markets via partners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559793" cy="54864"/>
          </a:xfrm>
          <a:prstGeom prst="rect">
            <a:avLst/>
          </a:prstGeom>
          <a:solidFill>
            <a:srgbClr val="0A224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New entrants cut prices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.png"/><Relationship Id="rId3" Type="http://schemas.openxmlformats.org/officeDocument/2006/relationships/hyperlink" Target="https://modelcontextprotocol.io/docs/getting-started/intro" TargetMode="Externa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.png"/><Relationship Id="rId3" Type="http://schemas.openxmlformats.org/officeDocument/2006/relationships/hyperlink" Target="https://modelcontextprotocol.io/docs/learn/architecture" TargetMode="Externa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3.png"/><Relationship Id="rId3" Type="http://schemas.openxmlformats.org/officeDocument/2006/relationships/hyperlink" Target="https://code.claude.com/docs/en/mcp" TargetMode="Externa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hyperlink" Target="https://snyk.io/blog/malicious-mcp-server-on-npm-postmark-mcp-harvests-emails/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0933628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MCP, as One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How Claude reaches your tools, and the risks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Meet Maya, Our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Who she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student building a class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Her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Kept in Supabase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Her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Kept on GitHub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663481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Her Afternoon, Without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Copy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Open Supabase, copy this week's sign-ups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Paste them into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05305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Ask what changed since last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7300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Copy the answer to 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8362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Paste it into a new issue by hand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The Idea: One Plug</a:t>
            </a:r>
          </a:p>
        </p:txBody>
      </p:sp>
      <p:pic>
        <p:nvPicPr>
          <p:cNvPr id="3" name="Picture 2" descr="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160" y="1499616"/>
            <a:ext cx="5501640" cy="42611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499616"/>
            <a:ext cx="6134299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USB-C port for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83536"/>
            <a:ext cx="671149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plug, many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67456"/>
            <a:ext cx="635188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From the official site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4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0072CE"/>
                </a:solidFill>
                <a:latin typeface="Arial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Her Afternoon, With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Ask one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Did sign-ups drop this week?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42874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Claude checks Supabase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It reads the table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Claude files the issue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 GitHub, once she approves it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89697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Is Actually Connected</a:t>
            </a:r>
          </a:p>
        </p:txBody>
      </p:sp>
      <p:pic>
        <p:nvPicPr>
          <p:cNvPr id="3" name="Picture 2" descr="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160" y="1499616"/>
            <a:ext cx="5501640" cy="42611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499616"/>
            <a:ext cx="751875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connection per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83536"/>
            <a:ext cx="759331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Each is a small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67456"/>
            <a:ext cx="8056483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Someone wrote each one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6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0072CE"/>
                </a:solidFill>
                <a:latin typeface="Arial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a Connection Can Offer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461397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It can offer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19812" y="1499616"/>
            <a:ext cx="43974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For Maya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9560051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4714419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Actions to 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19812" y="2401823"/>
            <a:ext cx="657218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Open a GitHub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12895"/>
            <a:ext cx="4613972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Things to 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19812" y="3612895"/>
            <a:ext cx="657218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This week's sign-ups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23967"/>
            <a:ext cx="6980019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Ready-made requests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812" y="4823967"/>
            <a:ext cx="657218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Summarise the week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Setting It Up</a:t>
            </a:r>
          </a:p>
        </p:txBody>
      </p:sp>
      <p:pic>
        <p:nvPicPr>
          <p:cNvPr id="3" name="Picture 2" descr="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160" y="1499616"/>
            <a:ext cx="5501640" cy="42611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499616"/>
            <a:ext cx="721042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command per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83536"/>
            <a:ext cx="809426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Documented by Anthropic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67456"/>
            <a:ext cx="65185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Then Maya just asks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8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0072CE"/>
                </a:solidFill>
                <a:latin typeface="Arial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What if the program lies?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This Really Happened</a:t>
            </a:r>
          </a:p>
        </p:txBody>
      </p:sp>
      <p:pic>
        <p:nvPicPr>
          <p:cNvPr id="3" name="Picture 2" descr="postmark-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160" y="1499616"/>
            <a:ext cx="5501640" cy="42611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499616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fake email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83536"/>
            <a:ext cx="694088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It worked as promised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67456"/>
            <a:ext cx="7212449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Then one line changed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10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1008513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0072CE"/>
                </a:solidFill>
                <a:latin typeface="Arial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How the Trap 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Copy a real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genuine one, from the email company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Earn trust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Fifteen honest versions in a 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Add one hidden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 version 1.0.16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the Hidden Line Did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Sent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What the user saw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Copied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A copy to a stranger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A2240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a Copy Could Hold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Password reset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Internal company mail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Anything Claude wrote for you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8467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52566" y="1499616"/>
            <a:ext cx="492622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Taken from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93215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575242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one-plug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52566" y="2401823"/>
            <a:ext cx="733943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modelcontextprotocol.io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384672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Setting it 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2566" y="3310127"/>
            <a:ext cx="705727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code.claude.com/docs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436864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real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2566" y="4218431"/>
            <a:ext cx="492622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snyk.io/blog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5037593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Maya's diagram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2566" y="5126735"/>
            <a:ext cx="609584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Drawn for this deck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How Maya Stays Safe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Use the official publisher's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Pin the version she checked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Approve each action Claude takes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Give each tool only what it needs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0A2240"/>
                </a:solidFill>
                <a:latin typeface="Arial"/>
              </a:rPr>
              <a:t>15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