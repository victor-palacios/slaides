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914400" y="297180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3" name="Rectangle 2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196596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4"/>
          </p:nvPr>
        </p:nvSpPr>
        <p:spPr>
          <a:xfrm>
            <a:off x="457200" y="923544"/>
            <a:ext cx="112776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/>
          <p:nvPr>
            <p:ph type="body" idx="5"/>
          </p:nvPr>
        </p:nvSpPr>
        <p:spPr>
          <a:xfrm>
            <a:off x="457200" y="1578864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/>
          <p:nvPr>
            <p:ph type="body" idx="6"/>
          </p:nvPr>
        </p:nvSpPr>
        <p:spPr>
          <a:xfrm>
            <a:off x="457200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/>
          <p:nvPr>
            <p:ph type="body" idx="7"/>
          </p:nvPr>
        </p:nvSpPr>
        <p:spPr>
          <a:xfrm>
            <a:off x="1234567" y="2097023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/>
          <p:nvPr>
            <p:ph type="body" idx="8"/>
          </p:nvPr>
        </p:nvSpPr>
        <p:spPr>
          <a:xfrm>
            <a:off x="1493689" y="2097023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/>
          <p:nvPr>
            <p:ph type="body" idx="9"/>
          </p:nvPr>
        </p:nvSpPr>
        <p:spPr>
          <a:xfrm>
            <a:off x="2530177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/>
          <p:nvPr>
            <p:ph type="body" idx="13"/>
          </p:nvPr>
        </p:nvSpPr>
        <p:spPr>
          <a:xfrm>
            <a:off x="457200" y="26151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/>
          <p:nvPr>
            <p:ph type="body" idx="14"/>
          </p:nvPr>
        </p:nvSpPr>
        <p:spPr>
          <a:xfrm>
            <a:off x="1493689" y="2615182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/>
          <p:nvPr>
            <p:ph type="body" idx="15"/>
          </p:nvPr>
        </p:nvSpPr>
        <p:spPr>
          <a:xfrm>
            <a:off x="2789300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/>
          <p:nvPr>
            <p:ph type="body" idx="16"/>
          </p:nvPr>
        </p:nvSpPr>
        <p:spPr>
          <a:xfrm>
            <a:off x="3048422" y="2615182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/>
          <p:nvPr>
            <p:ph type="body" idx="17"/>
          </p:nvPr>
        </p:nvSpPr>
        <p:spPr>
          <a:xfrm>
            <a:off x="6935254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/>
          <p:nvPr>
            <p:ph type="body" idx="18"/>
          </p:nvPr>
        </p:nvSpPr>
        <p:spPr>
          <a:xfrm>
            <a:off x="457200" y="3651500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/>
          <p:nvPr>
            <p:ph type="body" idx="19"/>
          </p:nvPr>
        </p:nvSpPr>
        <p:spPr>
          <a:xfrm>
            <a:off x="1493689" y="3651500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/>
          <p:nvPr>
            <p:ph type="body" idx="20"/>
          </p:nvPr>
        </p:nvSpPr>
        <p:spPr>
          <a:xfrm>
            <a:off x="457200" y="4687818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/>
          <p:nvPr>
            <p:ph type="body" idx="21"/>
          </p:nvPr>
        </p:nvSpPr>
        <p:spPr>
          <a:xfrm>
            <a:off x="716322" y="4687818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/>
          <p:nvPr>
            <p:ph type="body" idx="22"/>
          </p:nvPr>
        </p:nvSpPr>
        <p:spPr>
          <a:xfrm>
            <a:off x="457200" y="5205977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1461983" y="1499616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461983" y="2109215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461983" y="3011424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461983" y="3621023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1461983" y="4523232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461983" y="5132831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After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94182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6" name="Rectangle 15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19" name="Rectangle 18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21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5" name="Rectangle 14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1" name="Rectangle 10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3" name="Oval 2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8" name="Rectangle 7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17" name="Rectangle 16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9" name="TextBox 18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0" name="TextBox 19"/>
          <p:cNvSpPr/>
          <p:nvPr>
            <p:ph type="body" idx="21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All designs are selectable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per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designs to 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