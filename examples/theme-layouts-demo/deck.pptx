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D97706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A1A2E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06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06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D97706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E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1A1A2E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A1A2E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06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06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D97706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D97706"/>
                </a:solidFill>
                <a:latin typeface="Arial"/>
              </a:rPr>
              <a:t>Slide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Every design, in Edit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How a Design Reaches the Theme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Author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slide declares its component in YAML.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2154936"/>
            <a:ext cx="28327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Font metrics fix every box to exact EMU.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The design becomes a named pptx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D97706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114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Google Slides lists it in Edit theme.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D97706"/>
                </a:solidFill>
                <a:latin typeface="Arial"/>
              </a:rPr>
              <a:t>Naming Layouts After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801735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All designs are selectable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Weaknesses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Adds 30 layouts per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D97706"/>
                </a:solidFill>
                <a:latin typeface="Arial"/>
              </a:rPr>
              <a:t>Opportunities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39"/>
            <a:ext cx="867011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Apply designs to new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Edited layouts can drift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