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12776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1B3A5C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33344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734800" cy="62788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50480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479167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40335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403352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58115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651887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903892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6940888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958840" cy="84734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39432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39830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30708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8313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9092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51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10500" b="1" i="0">
                <a:solidFill>
                  <a:srgbClr val="D97706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0" i="0">
                <a:solidFill>
                  <a:srgbClr val="1A1A2E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119530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7A8590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65960"/>
            <a:ext cx="11195304" cy="10058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1A1A2E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46804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395729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371088"/>
            <a:ext cx="112776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346447"/>
            <a:ext cx="117348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0" i="0">
                <a:solidFill>
                  <a:srgbClr val="D4D4D4"/>
                </a:solidFill>
                <a:latin typeface="Arial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837944"/>
            <a:ext cx="785137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Arial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356103"/>
            <a:ext cx="114329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Arial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057461" y="2356103"/>
            <a:ext cx="3028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177429" y="2356103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113347" y="2356103"/>
            <a:ext cx="834964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874262"/>
            <a:ext cx="662751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7071" y="2874262"/>
            <a:ext cx="15268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1777057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920850" y="2874262"/>
            <a:ext cx="447456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Arial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603155" y="2874262"/>
            <a:ext cx="4129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910580"/>
            <a:ext cx="168034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Arial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393118" y="3910580"/>
            <a:ext cx="6430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946898"/>
            <a:ext cx="567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Arial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697347" y="4946898"/>
            <a:ext cx="502241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465057"/>
            <a:ext cx="398406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Arial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6206708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1451054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208514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1" i="0">
                <a:solidFill>
                  <a:srgbClr val="569CD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3670360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3036272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4621489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1134011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2402185" cy="3962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85416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97224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113216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209032"/>
            <a:ext cx="10730017" cy="551688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548640" y="2176271"/>
            <a:ext cx="1650492" cy="5486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32460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694257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7594321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90423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1A1A2E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0" y="3965448"/>
            <a:ext cx="6557328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1A1A2E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5599341" y="3965448"/>
            <a:ext cx="659265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435323" y="3310127"/>
            <a:ext cx="1321355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7A8590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2593848"/>
            <a:ext cx="4522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7685236" y="2593848"/>
            <a:ext cx="4506764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0" y="4861560"/>
            <a:ext cx="540597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7550805" y="4861560"/>
            <a:ext cx="4641195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33373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339579" y="1499616"/>
            <a:ext cx="22382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126448" y="1499616"/>
            <a:ext cx="202232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7691577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39579" y="2401823"/>
            <a:ext cx="241036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126448" y="2401823"/>
            <a:ext cx="202232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2333739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339579" y="3310127"/>
            <a:ext cx="2794595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126448" y="3310127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298620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3339579" y="4218431"/>
            <a:ext cx="317883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6126448" y="4218431"/>
            <a:ext cx="2833390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3316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3339579" y="5126735"/>
            <a:ext cx="3062446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6126448" y="5126735"/>
            <a:ext cx="2563177" cy="633984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260802" y="4666488"/>
            <a:ext cx="19691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834934" y="3264408"/>
            <a:ext cx="4522132" cy="1127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795183" y="4666488"/>
            <a:ext cx="260163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288294" y="4666488"/>
            <a:ext cx="131669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71565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9464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344499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39417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831928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79313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40335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558452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594080" y="2316480"/>
            <a:ext cx="5003840" cy="6705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58104" y="3950208"/>
            <a:ext cx="3475792" cy="54864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235159" y="5583935"/>
            <a:ext cx="1721683" cy="42672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280182" y="1499616"/>
            <a:ext cx="3650436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5973987" y="1499616"/>
            <a:ext cx="367607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680611" y="1499616"/>
            <a:ext cx="3511389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01063" y="2401823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491979" y="2401823"/>
            <a:ext cx="264009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279020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785355" y="3612895"/>
            <a:ext cx="264009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98603" y="3612895"/>
            <a:ext cx="264009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3901063" y="4823967"/>
            <a:ext cx="2408673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198603" y="4823967"/>
            <a:ext cx="2640091" cy="936752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0363200" cy="9144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6000" b="1" i="0">
                <a:solidFill>
                  <a:srgbClr val="1B3A5C"/>
                </a:solidFill>
                <a:latin typeface="Arial"/>
              </a:rPr>
              <a:t>Slide Themes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036320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Every design, in Edit theme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How a Design Reaches the Theme Editor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Author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slide declares its component in YAML.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2154936"/>
            <a:ext cx="2832715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Resolve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Font metrics fix every box to exact EMU.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Layout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design becomes a named pptx layout.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1140" y="2154936"/>
            <a:ext cx="2613660" cy="518159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Import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Google Slides lists it in Edit theme.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A8590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734800" cy="768096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Naming Layouts After Designs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Strengths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801735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All designs are selectable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Weaknesses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3160" y="2395727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Adds 30 layouts per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Opportunities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663439"/>
            <a:ext cx="8670112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Apply designs to new slides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160" y="4663439"/>
            <a:ext cx="5958840" cy="60960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Edited layouts can drift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none" lIns="0" rIns="0">
            <a:noAutofit/>
          </a:bodyPr>
          <a:lstStyle/>
          <a:p>
            <a:pPr algn="l"/>
            <a:fld id="{4B0E1F8A-6C1D-4E2A-9F3B-7A5C8D2E1F60}" type="slidenum">
              <a:rPr sz="1600" b="0" i="0">
                <a:solidFill>
                  <a:srgbClr val="7A8590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