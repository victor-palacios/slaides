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D97706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7A859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7A859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Slide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Every design, in Edit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How a Design Reaches the Theme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slide declares its component in 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832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Font metrics fix every box to exact EMU.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design becomes a named pptx layout.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Google Slides lists it in Edit theme.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A859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Naming Layouts After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80173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All designs are selectable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Adds 30 layouts per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867011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Apply designs to new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Edited layouts can drift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A859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