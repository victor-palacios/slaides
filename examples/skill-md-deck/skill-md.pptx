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F3A5F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C1642B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4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7C8794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A1A24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C8794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7C87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4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4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7C8794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C8794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C8794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C8794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C8794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C1642B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C1642B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C1642B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C87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C8794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C87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C8794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C87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4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4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4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F3A5F"/>
                </a:solidFill>
                <a:latin typeface="Arial"/>
              </a:rPr>
              <a:t>SKILL.md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Teaching Claude a capability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What We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What a SKILL.md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Anatomy of the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 worked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What it costs to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Design principles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A1A24"/>
                </a:solidFill>
                <a:latin typeface="Arial"/>
              </a:rPr>
              <a:t>What should Claude read?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SKILL.md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Instructions Claude loads on demand.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C1642B"/>
                </a:solidFill>
                <a:latin typeface="Arial"/>
              </a:rPr>
              <a:t>2,654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4"/>
                </a:solidFill>
                <a:latin typeface="Arial"/>
              </a:rPr>
              <a:t>Tokens to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4964"/>
            <a:ext cx="112776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7C8794"/>
                </a:solidFill>
                <a:latin typeface="Arial"/>
              </a:rPr>
              <a:t>The size of this repo's SKILL.md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Where it lives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3694747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slidekit/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0733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599" y="2307336"/>
            <a:ext cx="3304540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D4D4D4"/>
                </a:solidFill>
                <a:latin typeface="Courier New"/>
              </a:rPr>
              <a:t>SKILL.md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9501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599" y="2795016"/>
            <a:ext cx="1743710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82696"/>
            <a:ext cx="2524124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238" y="3282696"/>
            <a:ext cx="3694747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slidekit/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70376"/>
            <a:ext cx="3694747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877" y="3770376"/>
            <a:ext cx="291433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layout/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5805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599" y="4258056"/>
            <a:ext cx="3694747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examples/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45736"/>
            <a:ext cx="1353502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599" y="4745736"/>
            <a:ext cx="2133916" cy="4876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200" b="1" i="0">
                <a:solidFill>
                  <a:srgbClr val="569CD6"/>
                </a:solidFill>
                <a:latin typeface="Courier New"/>
              </a:rPr>
              <a:t>docs/</a:t>
            </a:r>
          </a:p>
        </p:txBody>
      </p:sp>
      <p:sp>
        <p:nvSpPr>
          <p:cNvPr id="17" name="TextBox 1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SKILL.md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8730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56103"/>
            <a:ext cx="44067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name: slidekit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732579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description: Build .pptx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523" y="2874262"/>
            <a:ext cx="156464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85123" y="2874262"/>
            <a:ext cx="238438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YAML.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8730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28739"/>
            <a:ext cx="4177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## Build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347" y="4946898"/>
            <a:ext cx="76321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 slidekit build deck.yaml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347" y="5465057"/>
            <a:ext cx="75157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 fix the JSON lint errors</a:t>
            </a:r>
          </a:p>
        </p:txBody>
      </p:sp>
      <p:sp>
        <p:nvSpPr>
          <p:cNvPr id="17" name="TextBox 1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What the File Carries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 name and a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3535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When to use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The workflow to follow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068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The rules that must 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4256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What the tool will not do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How Claude Loads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Description fits the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File enters the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Follow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Claude works the steps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Three Jobs of a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Trigger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Say when to use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Direct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Give the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Constrain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State the hard rules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Sections That Earn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Build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3576320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Four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Gallery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154935"/>
            <a:ext cx="3576320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30 layouts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1499616"/>
            <a:ext cx="36376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Lint codes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2154935"/>
            <a:ext cx="3639304" cy="360578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Nine codes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Writing the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Vague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C8794"/>
                </a:solidFill>
                <a:latin typeface="Arial"/>
              </a:rPr>
              <a:t>Triggerable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7C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Helps with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90591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 presentation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Useful for decks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Builds .pptx from 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Names the file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Says when NOT to use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4"/>
                </a:solidFill>
                <a:latin typeface="Arial"/>
              </a:rPr>
              <a:t>"Never render to check work."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62712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7C8794"/>
                </a:solidFill>
                <a:latin typeface="Arial"/>
              </a:rPr>
              <a:t>- slidekit SKILL.md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This Skill 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2.6k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6544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396544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Layouts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C1642B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3965448"/>
            <a:ext cx="35763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Lint codes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The Build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9082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3254732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Start 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Author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3382923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Edit 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Run lint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3070860" cy="2718817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Read JSON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How the Skill Grew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3407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First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Build loop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Gallery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3332321" cy="281330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30 layouts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3677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Slide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Google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9086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One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3070860" cy="2813305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Wrap rule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Errors the Skill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3649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70797" y="1499616"/>
            <a:ext cx="46371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Meaning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8550761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981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E_OVERFLOW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0797" y="2401823"/>
            <a:ext cx="640383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Text exceeds its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336495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E_WRAP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797" y="3310127"/>
            <a:ext cx="64041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Text needs two 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3791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E_MARGIN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797" y="4218431"/>
            <a:ext cx="675096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Too close to the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36495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E_FONT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797" y="5126735"/>
            <a:ext cx="701712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Font is not metric-safe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With and Without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No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F3A5F"/>
                </a:solidFill>
                <a:latin typeface="Arial"/>
              </a:rPr>
              <a:t>With SKILL.md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Guesses the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Knows the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5912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Renders to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Reads lint 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673486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Rediscovers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7132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Rules stated once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Cost of One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4"/>
                </a:solidFill>
                <a:latin typeface="Arial"/>
              </a:rPr>
              <a:t>3.4k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Tokens with the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4"/>
                </a:solidFill>
                <a:latin typeface="Arial"/>
              </a:rPr>
              <a:t>29k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Tokens by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7C8794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Measured on This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C1642B"/>
                </a:solidFill>
                <a:latin typeface="Arial"/>
              </a:rPr>
              <a:t>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988" y="3523488"/>
            <a:ext cx="398474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Tokens/slide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1488940" y="4407408"/>
            <a:ext cx="1512839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6996" y="4407408"/>
            <a:ext cx="207672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C1642B"/>
                </a:solidFill>
                <a:latin typeface="Arial"/>
              </a:rPr>
              <a:t>142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1580" y="3523488"/>
            <a:ext cx="390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Lint payload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481" y="4407408"/>
            <a:ext cx="1505038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63877" y="4407408"/>
            <a:ext cx="206424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C1642B"/>
                </a:solidFill>
                <a:latin typeface="Arial"/>
              </a:rPr>
              <a:t>1,844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1280" y="352348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One screenshot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8067" y="4407408"/>
            <a:ext cx="1577145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56831" y="4407408"/>
            <a:ext cx="21796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What Good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Fix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84400" y="2593848"/>
            <a:ext cx="40232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Screenshots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100%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Lint 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1642B"/>
                </a:solidFill>
                <a:latin typeface="Arial"/>
              </a:rPr>
              <a:t>32pt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Body floor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Tokens per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04164"/>
            <a:ext cx="324612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3400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118" y="4759484"/>
            <a:ext cx="2272284" cy="34591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379720"/>
            <a:ext cx="324612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C8794"/>
                </a:solidFill>
                <a:latin typeface="Arial"/>
              </a:rPr>
              <a:t>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40" y="1499616"/>
            <a:ext cx="324612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1642B"/>
                </a:solidFill>
                <a:latin typeface="Arial"/>
              </a:rPr>
              <a:t>29000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4558" y="2154936"/>
            <a:ext cx="2272284" cy="29504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7640" y="5379720"/>
            <a:ext cx="324612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C8794"/>
                </a:solidFill>
                <a:latin typeface="Arial"/>
              </a:rPr>
              <a:t>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0" y="3325368"/>
            <a:ext cx="128016" cy="609600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3325368"/>
            <a:ext cx="415442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Lint beats eyes.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Order of the 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Reference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Edge cases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From File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Skills on disk · many</a:t>
            </a:r>
          </a:p>
        </p:txBody>
      </p:sp>
      <p:sp>
        <p:nvSpPr>
          <p:cNvPr id="5" name="Rectangle 4"/>
          <p:cNvSpPr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Description matches · 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Loaded · 2.6k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Deck built · 1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What a Skill Wraps</a:t>
            </a:r>
          </a:p>
        </p:txBody>
      </p:sp>
      <p:sp>
        <p:nvSpPr>
          <p:cNvPr id="3" name="Oval 2"/>
          <p:cNvSpPr/>
          <p:nvPr/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C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2471" y="2316480"/>
            <a:ext cx="4407058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Everything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0554" y="3950208"/>
            <a:ext cx="42908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Agent needs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0526" y="5157216"/>
            <a:ext cx="1870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9426" y="5583935"/>
            <a:ext cx="2333148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Build, fix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Keeping It Current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360050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New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9647"/>
            <a:ext cx="433018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New lint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Prune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840" y="2395727"/>
            <a:ext cx="47909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Retired layouts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840" y="3279647"/>
            <a:ext cx="394662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Stale advice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Tests guard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480" y="327964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Docs regenerate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Skills as an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71329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Rules stated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C8794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C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Drifts if unmaintained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1642B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770969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Any repeatable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C8794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C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Too long to load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Ways to Teach a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1964" y="1499616"/>
            <a:ext cx="340687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4"/>
                </a:solidFill>
                <a:latin typeface="Arial"/>
              </a:rPr>
              <a:t>SKILL.md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11544" y="1499616"/>
            <a:ext cx="26009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4"/>
                </a:solidFill>
                <a:latin typeface="Arial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4"/>
                </a:solidFill>
                <a:latin typeface="Arial"/>
              </a:rPr>
              <a:t>Docs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983057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On demand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8570" y="2401823"/>
            <a:ext cx="1073659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8380" y="2401823"/>
            <a:ext cx="13740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Current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Partly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4"/>
                </a:solidFill>
                <a:latin typeface="Arial"/>
              </a:rPr>
              <a:t>Cheap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68570" y="4823967"/>
            <a:ext cx="1073659" cy="518159"/>
          </a:xfrm>
          <a:prstGeom prst="rect">
            <a:avLst/>
          </a:prstGeom>
          <a:solidFill>
            <a:srgbClr val="C16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8380" y="4823967"/>
            <a:ext cx="13740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4"/>
                </a:solidFill>
                <a:latin typeface="Arial"/>
              </a:rPr>
              <a:t>Yes</a:t>
            </a:r>
          </a:p>
        </p:txBody>
      </p:sp>
      <p:sp>
        <p:nvSpPr>
          <p:cNvPr id="21" name="TextBox 2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F3A5F"/>
                </a:solidFill>
                <a:latin typeface="Arial"/>
              </a:rPr>
              <a:t>One Rule Above 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3160" y="1499616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Prove fit with math.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2383536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4"/>
                </a:solidFill>
                <a:latin typeface="Arial"/>
              </a:rPr>
              <a:t>Never with a screenshot.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C8794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