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123A6B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33344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65448"/>
            <a:ext cx="50480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3965448"/>
            <a:ext cx="4791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76728"/>
            <a:ext cx="40335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396544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581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651887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0389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69408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6"/>
            <a:ext cx="3943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54936"/>
            <a:ext cx="39830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5493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831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2909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A2240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A2240"/>
                </a:solidFill>
                <a:latin typeface="Arial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202539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0072CE"/>
                </a:solidFill>
                <a:latin typeface="Arial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771900"/>
            <a:ext cx="1097280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10108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0A2240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0A2240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B6B82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65960"/>
            <a:ext cx="128016" cy="292608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6596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4612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011680"/>
            <a:ext cx="128016" cy="28346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011680"/>
            <a:ext cx="10738104" cy="28346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0A2240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46804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A2240"/>
                </a:solidFill>
                <a:latin typeface="Arial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7851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057461" y="2356103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177429" y="2356103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113347" y="2356103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937071" y="2874262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1777057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1920850" y="2874262"/>
            <a:ext cx="44745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4603155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910580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393118" y="3910580"/>
            <a:ext cx="643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94689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697347" y="4946898"/>
            <a:ext cx="50224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465057"/>
            <a:ext cx="3984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A2240"/>
                </a:solidFill>
                <a:latin typeface="Arial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5B6B82"/>
                </a:solidFill>
                <a:latin typeface="Arial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69425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7594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90423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48462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5B6B82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259384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701280" y="259384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70128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5B6B82"/>
                </a:solidFill>
                <a:latin typeface="Arial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5B6B82"/>
                </a:solidFill>
                <a:latin typeface="Arial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5B6B82"/>
                </a:solidFill>
                <a:latin typeface="Arial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5B6B82"/>
                </a:solidFill>
                <a:latin typeface="Arial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3337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339579" y="1499616"/>
            <a:ext cx="22382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126448" y="1499616"/>
            <a:ext cx="20223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7691577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39579" y="2401823"/>
            <a:ext cx="241036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126448" y="2401823"/>
            <a:ext cx="202232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339579" y="3310127"/>
            <a:ext cx="279459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126448" y="3310127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298620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339579" y="4218431"/>
            <a:ext cx="31788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126448" y="4218431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3316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339579" y="5126735"/>
            <a:ext cx="30624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126448" y="5126735"/>
            <a:ext cx="256317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072CE"/>
                </a:solidFill>
                <a:latin typeface="Arial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522569" y="4666488"/>
            <a:ext cx="1445581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260802" y="4666488"/>
            <a:ext cx="1969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072CE"/>
                </a:solidFill>
                <a:latin typeface="Arial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3264408"/>
            <a:ext cx="4522132" cy="1127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5175547" y="4666488"/>
            <a:ext cx="1840906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795183" y="4666488"/>
            <a:ext cx="260163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072CE"/>
                </a:solidFill>
                <a:latin typeface="Arial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427731" y="4666488"/>
            <a:ext cx="1037817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288294" y="4666488"/>
            <a:ext cx="1316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7156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946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4449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39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83192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793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558452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5B6B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rial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594080" y="2316480"/>
            <a:ext cx="5003840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58104" y="3950208"/>
            <a:ext cx="3475792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235159" y="5583935"/>
            <a:ext cx="1721682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5B6B82"/>
                </a:solidFill>
                <a:latin typeface="Arial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5B6B82"/>
                </a:solidFill>
                <a:latin typeface="Arial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280182" y="1499616"/>
            <a:ext cx="365043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5973987" y="1499616"/>
            <a:ext cx="367607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845296" y="1499616"/>
            <a:ext cx="3346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01063" y="2401823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491979" y="2401823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279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785355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98603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901063" y="4823967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198603" y="4823967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7556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123A6B"/>
                </a:solidFill>
                <a:latin typeface="Arial"/>
              </a:rPr>
              <a:t>MS in Software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6428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Quantic School of Business and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A2240"/>
                </a:solidFill>
                <a:latin typeface="Arial"/>
              </a:rPr>
              <a:t>What We Will 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shape of the degree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22626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22626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What the curriculum covers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26764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26764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five-month capstone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30902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930902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Who the program is built for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8343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0072CE"/>
                </a:solidFill>
                <a:latin typeface="Arial"/>
              </a:rPr>
              <a:t>13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360" y="3329940"/>
            <a:ext cx="1097280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912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0A2240"/>
                </a:solidFill>
                <a:latin typeface="Arial"/>
              </a:rPr>
              <a:t>Months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4964"/>
            <a:ext cx="1127760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5B6B82"/>
                </a:solidFill>
                <a:latin typeface="Arial"/>
              </a:rPr>
              <a:t>Fully online, start to degree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MSSE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Quantic's online master's in software engineering.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A2240"/>
                </a:solidFill>
                <a:latin typeface="Arial"/>
              </a:rPr>
              <a:t>The Program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51763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The Degree 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59384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Concentrations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0334" y="2593848"/>
            <a:ext cx="47913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Specializations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848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Capstone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61560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Months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A2240"/>
                </a:solidFill>
                <a:latin typeface="Arial"/>
              </a:rPr>
              <a:t>How It Is Structured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Eight required concentrations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Choose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Two of four specializations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capstone project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A2240"/>
                </a:solidFill>
                <a:latin typeface="Arial"/>
              </a:rPr>
              <a:t>What the Curriculum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Machine learning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AI software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Cloud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Microservices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Inside the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Predictive models, decision trees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Cloud Architectures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Scalable cloud-based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AI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LLM apps, fine-tuned models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How You 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5763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Async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5"/>
            <a:ext cx="4406424" cy="3605785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 your clock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7840" y="1499616"/>
            <a:ext cx="35763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2154935"/>
            <a:ext cx="3639304" cy="3605785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Agile peers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8480" y="1499616"/>
            <a:ext cx="35763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Applied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58480" y="2154935"/>
            <a:ext cx="4033520" cy="3605785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Real projects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The Arc of the Degree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Month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6"/>
            <a:ext cx="398339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Core opens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47415"/>
            <a:ext cx="3792120" cy="2813305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Eight tracks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Month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2154936"/>
            <a:ext cx="352393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Specialize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Pick two tracks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Month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154936"/>
            <a:ext cx="333063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Capstone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947415"/>
            <a:ext cx="3791446" cy="2813305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Team forms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Month 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2114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1140" y="2947415"/>
            <a:ext cx="3070860" cy="2813305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Public repo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0"/>
            <a:ext cx="128016" cy="10058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926080"/>
            <a:ext cx="1108662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A2240"/>
                </a:solidFill>
                <a:latin typeface="Arial"/>
              </a:rPr>
              <a:t>What do you ship?</a:t>
            </a:r>
          </a:p>
        </p:txBody>
      </p:sp>
      <p:sp>
        <p:nvSpPr>
          <p:cNvPr id="4" name="TextBox 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Five Months, One Artifact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Scope the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28704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Develop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Write the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Prove it works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Deploy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3070860" cy="2718817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Ship it live</a:t>
            </a:r>
          </a:p>
        </p:txBody>
      </p:sp>
      <p:sp>
        <p:nvSpPr>
          <p:cNvPr id="19" name="TextBox 1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13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Who It Is Built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98047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Recent graduates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5B6B82"/>
                </a:solidFill>
                <a:latin typeface="Arial"/>
              </a:rPr>
              <a:t>Career shifters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8645147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Turning a degree into a 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713351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No senior title required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8094603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Any technical background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Moving into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Keeping a full-time job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Any technical background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14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621280"/>
            <a:ext cx="128016" cy="16154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621280"/>
            <a:ext cx="111953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A2240"/>
                </a:solidFill>
                <a:latin typeface="Arial"/>
              </a:rPr>
              <a:t>"The capstone ends in a public repo."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627120"/>
            <a:ext cx="107381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B6B82"/>
                </a:solidFill>
                <a:latin typeface="Arial"/>
              </a:rPr>
              <a:t>- Your work, visible to employers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15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